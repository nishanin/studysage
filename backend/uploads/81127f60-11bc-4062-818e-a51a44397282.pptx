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sldIdLst>
    <p:sldId id="256" r:id="rId2"/>
    <p:sldId id="385" r:id="rId3"/>
    <p:sldId id="386" r:id="rId4"/>
    <p:sldId id="387" r:id="rId5"/>
    <p:sldId id="388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39" r:id="rId28"/>
    <p:sldId id="440" r:id="rId29"/>
    <p:sldId id="441" r:id="rId30"/>
    <p:sldId id="442" r:id="rId31"/>
    <p:sldId id="443" r:id="rId32"/>
    <p:sldId id="444" r:id="rId33"/>
    <p:sldId id="445" r:id="rId3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36" autoAdjust="0"/>
    <p:restoredTop sz="94660"/>
  </p:normalViewPr>
  <p:slideViewPr>
    <p:cSldViewPr>
      <p:cViewPr varScale="1">
        <p:scale>
          <a:sx n="78" d="100"/>
          <a:sy n="78" d="100"/>
        </p:scale>
        <p:origin x="51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 Ninawe" userId="cce737f2a04d9248" providerId="LiveId" clId="{AD7B96DF-A48F-4E3D-8CBF-A28203563C5A}"/>
    <pc:docChg chg="undo custSel modSld">
      <pc:chgData name="Nishant Ninawe" userId="cce737f2a04d9248" providerId="LiveId" clId="{AD7B96DF-A48F-4E3D-8CBF-A28203563C5A}" dt="2025-11-21T20:56:59.840" v="12" actId="13926"/>
      <pc:docMkLst>
        <pc:docMk/>
      </pc:docMkLst>
      <pc:sldChg chg="modSp mod">
        <pc:chgData name="Nishant Ninawe" userId="cce737f2a04d9248" providerId="LiveId" clId="{AD7B96DF-A48F-4E3D-8CBF-A28203563C5A}" dt="2025-11-21T19:31:30.682" v="0" actId="13926"/>
        <pc:sldMkLst>
          <pc:docMk/>
          <pc:sldMk cId="0" sldId="386"/>
        </pc:sldMkLst>
        <pc:spChg chg="mod">
          <ac:chgData name="Nishant Ninawe" userId="cce737f2a04d9248" providerId="LiveId" clId="{AD7B96DF-A48F-4E3D-8CBF-A28203563C5A}" dt="2025-11-21T19:31:30.682" v="0" actId="13926"/>
          <ac:spMkLst>
            <pc:docMk/>
            <pc:sldMk cId="0" sldId="386"/>
            <ac:spMk id="3" creationId="{00000000-0000-0000-0000-000000000000}"/>
          </ac:spMkLst>
        </pc:spChg>
      </pc:sldChg>
      <pc:sldChg chg="modSp mod">
        <pc:chgData name="Nishant Ninawe" userId="cce737f2a04d9248" providerId="LiveId" clId="{AD7B96DF-A48F-4E3D-8CBF-A28203563C5A}" dt="2025-11-21T20:33:55.612" v="1" actId="13926"/>
        <pc:sldMkLst>
          <pc:docMk/>
          <pc:sldMk cId="0" sldId="430"/>
        </pc:sldMkLst>
        <pc:spChg chg="mod">
          <ac:chgData name="Nishant Ninawe" userId="cce737f2a04d9248" providerId="LiveId" clId="{AD7B96DF-A48F-4E3D-8CBF-A28203563C5A}" dt="2025-11-21T20:33:55.612" v="1" actId="13926"/>
          <ac:spMkLst>
            <pc:docMk/>
            <pc:sldMk cId="0" sldId="430"/>
            <ac:spMk id="3" creationId="{00000000-0000-0000-0000-000000000000}"/>
          </ac:spMkLst>
        </pc:spChg>
      </pc:sldChg>
      <pc:sldChg chg="modSp mod">
        <pc:chgData name="Nishant Ninawe" userId="cce737f2a04d9248" providerId="LiveId" clId="{AD7B96DF-A48F-4E3D-8CBF-A28203563C5A}" dt="2025-11-21T20:49:46.602" v="2" actId="13926"/>
        <pc:sldMkLst>
          <pc:docMk/>
          <pc:sldMk cId="0" sldId="436"/>
        </pc:sldMkLst>
        <pc:spChg chg="mod">
          <ac:chgData name="Nishant Ninawe" userId="cce737f2a04d9248" providerId="LiveId" clId="{AD7B96DF-A48F-4E3D-8CBF-A28203563C5A}" dt="2025-11-21T20:49:46.602" v="2" actId="13926"/>
          <ac:spMkLst>
            <pc:docMk/>
            <pc:sldMk cId="0" sldId="436"/>
            <ac:spMk id="7" creationId="{00000000-0000-0000-0000-000000000000}"/>
          </ac:spMkLst>
        </pc:spChg>
      </pc:sldChg>
      <pc:sldChg chg="modSp mod">
        <pc:chgData name="Nishant Ninawe" userId="cce737f2a04d9248" providerId="LiveId" clId="{AD7B96DF-A48F-4E3D-8CBF-A28203563C5A}" dt="2025-11-21T20:51:24.323" v="3" actId="13926"/>
        <pc:sldMkLst>
          <pc:docMk/>
          <pc:sldMk cId="0" sldId="438"/>
        </pc:sldMkLst>
        <pc:spChg chg="mod">
          <ac:chgData name="Nishant Ninawe" userId="cce737f2a04d9248" providerId="LiveId" clId="{AD7B96DF-A48F-4E3D-8CBF-A28203563C5A}" dt="2025-11-21T20:51:24.323" v="3" actId="13926"/>
          <ac:spMkLst>
            <pc:docMk/>
            <pc:sldMk cId="0" sldId="438"/>
            <ac:spMk id="2" creationId="{00000000-0000-0000-0000-000000000000}"/>
          </ac:spMkLst>
        </pc:spChg>
      </pc:sldChg>
      <pc:sldChg chg="modSp mod">
        <pc:chgData name="Nishant Ninawe" userId="cce737f2a04d9248" providerId="LiveId" clId="{AD7B96DF-A48F-4E3D-8CBF-A28203563C5A}" dt="2025-11-21T20:53:11.848" v="4" actId="13926"/>
        <pc:sldMkLst>
          <pc:docMk/>
          <pc:sldMk cId="0" sldId="442"/>
        </pc:sldMkLst>
        <pc:spChg chg="mod">
          <ac:chgData name="Nishant Ninawe" userId="cce737f2a04d9248" providerId="LiveId" clId="{AD7B96DF-A48F-4E3D-8CBF-A28203563C5A}" dt="2025-11-21T20:53:11.848" v="4" actId="13926"/>
          <ac:spMkLst>
            <pc:docMk/>
            <pc:sldMk cId="0" sldId="442"/>
            <ac:spMk id="3" creationId="{00000000-0000-0000-0000-000000000000}"/>
          </ac:spMkLst>
        </pc:spChg>
      </pc:sldChg>
      <pc:sldChg chg="modSp mod">
        <pc:chgData name="Nishant Ninawe" userId="cce737f2a04d9248" providerId="LiveId" clId="{AD7B96DF-A48F-4E3D-8CBF-A28203563C5A}" dt="2025-11-21T20:54:34.728" v="6" actId="13926"/>
        <pc:sldMkLst>
          <pc:docMk/>
          <pc:sldMk cId="0" sldId="443"/>
        </pc:sldMkLst>
        <pc:spChg chg="mod">
          <ac:chgData name="Nishant Ninawe" userId="cce737f2a04d9248" providerId="LiveId" clId="{AD7B96DF-A48F-4E3D-8CBF-A28203563C5A}" dt="2025-11-21T20:54:34.728" v="6" actId="13926"/>
          <ac:spMkLst>
            <pc:docMk/>
            <pc:sldMk cId="0" sldId="443"/>
            <ac:spMk id="2" creationId="{00000000-0000-0000-0000-000000000000}"/>
          </ac:spMkLst>
        </pc:spChg>
      </pc:sldChg>
      <pc:sldChg chg="modSp mod">
        <pc:chgData name="Nishant Ninawe" userId="cce737f2a04d9248" providerId="LiveId" clId="{AD7B96DF-A48F-4E3D-8CBF-A28203563C5A}" dt="2025-11-21T20:56:59.840" v="12" actId="13926"/>
        <pc:sldMkLst>
          <pc:docMk/>
          <pc:sldMk cId="0" sldId="444"/>
        </pc:sldMkLst>
        <pc:spChg chg="mod">
          <ac:chgData name="Nishant Ninawe" userId="cce737f2a04d9248" providerId="LiveId" clId="{AD7B96DF-A48F-4E3D-8CBF-A28203563C5A}" dt="2025-11-21T20:55:49.779" v="11" actId="13926"/>
          <ac:spMkLst>
            <pc:docMk/>
            <pc:sldMk cId="0" sldId="444"/>
            <ac:spMk id="3" creationId="{00000000-0000-0000-0000-000000000000}"/>
          </ac:spMkLst>
        </pc:spChg>
        <pc:spChg chg="mod">
          <ac:chgData name="Nishant Ninawe" userId="cce737f2a04d9248" providerId="LiveId" clId="{AD7B96DF-A48F-4E3D-8CBF-A28203563C5A}" dt="2025-11-21T20:56:59.840" v="12" actId="13926"/>
          <ac:spMkLst>
            <pc:docMk/>
            <pc:sldMk cId="0" sldId="44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42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68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95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13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05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9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41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0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8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6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1176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784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4168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04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289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4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3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14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BAE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184796"/>
            <a:ext cx="8991600" cy="2244204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vert="horz" wrap="square" lIns="0" tIns="485140" rIns="0" bIns="0" rtlCol="0">
            <a:spAutoFit/>
          </a:bodyPr>
          <a:lstStyle/>
          <a:p>
            <a:pPr marL="591185" algn="ctr">
              <a:lnSpc>
                <a:spcPct val="100000"/>
              </a:lnSpc>
              <a:spcBef>
                <a:spcPts val="3820"/>
              </a:spcBef>
            </a:pPr>
            <a:r>
              <a:rPr sz="3800" spc="335" dirty="0">
                <a:solidFill>
                  <a:srgbClr val="252525"/>
                </a:solidFill>
                <a:latin typeface="Trebuchet MS"/>
                <a:cs typeface="Trebuchet MS"/>
              </a:rPr>
              <a:t>UNIT</a:t>
            </a:r>
            <a:r>
              <a:rPr sz="3800" spc="25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spc="-130" dirty="0">
                <a:solidFill>
                  <a:srgbClr val="252525"/>
                </a:solidFill>
                <a:latin typeface="Trebuchet MS"/>
                <a:cs typeface="Trebuchet MS"/>
              </a:rPr>
              <a:t>II</a:t>
            </a:r>
            <a:br>
              <a:rPr lang="en-IN" sz="3800" spc="-130" dirty="0">
                <a:solidFill>
                  <a:srgbClr val="252525"/>
                </a:solidFill>
                <a:latin typeface="Trebuchet MS"/>
                <a:cs typeface="Trebuchet MS"/>
              </a:rPr>
            </a:br>
            <a:r>
              <a:rPr sz="38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spc="445" dirty="0">
                <a:solidFill>
                  <a:srgbClr val="252525"/>
                </a:solidFill>
                <a:latin typeface="Trebuchet MS"/>
                <a:cs typeface="Trebuchet MS"/>
              </a:rPr>
              <a:t>INTRODUCTION</a:t>
            </a:r>
            <a:r>
              <a:rPr sz="3800" spc="-1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spc="300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3800" spc="2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spc="270" dirty="0">
                <a:solidFill>
                  <a:srgbClr val="252525"/>
                </a:solidFill>
                <a:latin typeface="Trebuchet MS"/>
                <a:cs typeface="Trebuchet MS"/>
              </a:rPr>
              <a:t>SQL</a:t>
            </a:r>
            <a:r>
              <a:rPr lang="en-IN" sz="3800" spc="270" dirty="0">
                <a:solidFill>
                  <a:srgbClr val="252525"/>
                </a:solidFill>
                <a:latin typeface="Trebuchet MS"/>
                <a:cs typeface="Trebuchet MS"/>
              </a:rPr>
              <a:t> &amp; PL/SQL</a:t>
            </a:r>
            <a:endParaRPr sz="3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5021" y="2593085"/>
            <a:ext cx="27400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heavy" spc="-35" dirty="0">
                <a:uFill>
                  <a:solidFill>
                    <a:srgbClr val="000000"/>
                  </a:solidFill>
                </a:uFill>
              </a:rPr>
              <a:t>SQL</a:t>
            </a:r>
            <a:r>
              <a:rPr sz="6000" u="heavy" spc="-1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6000" u="heavy" spc="-30" dirty="0">
                <a:uFill>
                  <a:solidFill>
                    <a:srgbClr val="000000"/>
                  </a:solidFill>
                </a:uFill>
              </a:rPr>
              <a:t>JOIN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99453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Joins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7974965" cy="294195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400" b="1" spc="-10" dirty="0">
                <a:latin typeface="Calibri"/>
                <a:cs typeface="Calibri"/>
              </a:rPr>
              <a:t>What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JOINS?</a:t>
            </a:r>
            <a:endParaRPr sz="24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Joins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help 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retrieving</a:t>
            </a:r>
            <a:r>
              <a:rPr sz="2400" spc="-15" dirty="0">
                <a:highlight>
                  <a:srgbClr val="FFFF00"/>
                </a:highlight>
                <a:latin typeface="Calibri"/>
                <a:cs typeface="Calibri"/>
              </a:rPr>
              <a:t> data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 from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two</a:t>
            </a:r>
            <a:r>
              <a:rPr sz="2400" spc="-2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or 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more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database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 tables.</a:t>
            </a:r>
            <a:endParaRPr sz="24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400" spc="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tables</a:t>
            </a:r>
            <a:r>
              <a:rPr sz="2400" spc="-1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are</a:t>
            </a:r>
            <a:r>
              <a:rPr sz="24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mutually</a:t>
            </a:r>
            <a:r>
              <a:rPr sz="2400" spc="-15" dirty="0">
                <a:highlight>
                  <a:srgbClr val="FFFF00"/>
                </a:highlight>
                <a:latin typeface="Calibri"/>
                <a:cs typeface="Calibri"/>
              </a:rPr>
              <a:t> related</a:t>
            </a:r>
            <a:r>
              <a:rPr sz="2400" spc="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highlight>
                  <a:srgbClr val="FFFF00"/>
                </a:highlight>
                <a:latin typeface="Calibri"/>
                <a:cs typeface="Calibri"/>
              </a:rPr>
              <a:t>using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primary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and </a:t>
            </a:r>
            <a:r>
              <a:rPr sz="2400" spc="-15" dirty="0">
                <a:highlight>
                  <a:srgbClr val="FFFF00"/>
                </a:highlight>
                <a:latin typeface="Calibri"/>
                <a:cs typeface="Calibri"/>
              </a:rPr>
              <a:t>foreign</a:t>
            </a:r>
            <a:r>
              <a:rPr sz="24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25" dirty="0">
                <a:highlight>
                  <a:srgbClr val="FFFF00"/>
                </a:highlight>
                <a:latin typeface="Calibri"/>
                <a:cs typeface="Calibri"/>
              </a:rPr>
              <a:t>keys.</a:t>
            </a:r>
            <a:endParaRPr sz="2400" dirty="0">
              <a:highlight>
                <a:srgbClr val="FFFF00"/>
              </a:highlight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3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PROC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SQL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supports</a:t>
            </a:r>
            <a:r>
              <a:rPr sz="2400" spc="-10" dirty="0">
                <a:latin typeface="Calibri"/>
                <a:cs typeface="Calibri"/>
              </a:rPr>
              <a:t> two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joins:</a:t>
            </a:r>
            <a:endParaRPr sz="2400" dirty="0">
              <a:latin typeface="Calibri"/>
              <a:cs typeface="Calibri"/>
            </a:endParaRPr>
          </a:p>
          <a:p>
            <a:pPr marL="468630" lvl="1" indent="-34163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7995" algn="l"/>
                <a:tab pos="468630" algn="l"/>
              </a:tabLst>
            </a:pPr>
            <a:r>
              <a:rPr sz="2400" dirty="0">
                <a:latin typeface="Calibri"/>
                <a:cs typeface="Calibri"/>
              </a:rPr>
              <a:t>inner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joins</a:t>
            </a:r>
            <a:endParaRPr sz="2400" dirty="0">
              <a:latin typeface="Calibri"/>
              <a:cs typeface="Calibri"/>
            </a:endParaRPr>
          </a:p>
          <a:p>
            <a:pPr marL="468630" lvl="1" indent="-34163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467995" algn="l"/>
                <a:tab pos="468630" algn="l"/>
              </a:tabLst>
            </a:pPr>
            <a:r>
              <a:rPr sz="2400" spc="-10" dirty="0">
                <a:latin typeface="Calibri"/>
                <a:cs typeface="Calibri"/>
              </a:rPr>
              <a:t>outer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233362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Types</a:t>
            </a:r>
            <a:r>
              <a:rPr spc="-35" dirty="0"/>
              <a:t> </a:t>
            </a:r>
            <a:r>
              <a:rPr spc="-10" dirty="0"/>
              <a:t>of</a:t>
            </a:r>
            <a:r>
              <a:rPr spc="-20" dirty="0"/>
              <a:t> </a:t>
            </a:r>
            <a:r>
              <a:rPr dirty="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9617" y="1402890"/>
            <a:ext cx="4674870" cy="12211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6680" indent="-94615">
              <a:lnSpc>
                <a:spcPct val="100000"/>
              </a:lnSpc>
              <a:spcBef>
                <a:spcPts val="340"/>
              </a:spcBef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dirty="0">
                <a:latin typeface="Calibri"/>
                <a:cs typeface="Calibri"/>
              </a:rPr>
              <a:t>Inner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joins</a:t>
            </a:r>
            <a:endParaRPr sz="2100">
              <a:latin typeface="Calibri"/>
              <a:cs typeface="Calibri"/>
            </a:endParaRPr>
          </a:p>
          <a:p>
            <a:pPr marL="468630" lvl="1" indent="-342265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468630" algn="l"/>
                <a:tab pos="469265" algn="l"/>
              </a:tabLst>
            </a:pPr>
            <a:r>
              <a:rPr sz="1800" spc="-10" dirty="0">
                <a:latin typeface="Calibri"/>
                <a:cs typeface="Calibri"/>
              </a:rPr>
              <a:t>return</a:t>
            </a:r>
            <a:r>
              <a:rPr sz="1800" spc="-5" dirty="0">
                <a:latin typeface="Calibri"/>
                <a:cs typeface="Calibri"/>
              </a:rPr>
              <a:t> only</a:t>
            </a:r>
            <a:r>
              <a:rPr sz="1800" spc="-10" dirty="0">
                <a:latin typeface="Calibri"/>
                <a:cs typeface="Calibri"/>
              </a:rPr>
              <a:t> matching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rows</a:t>
            </a:r>
            <a:endParaRPr sz="1800">
              <a:latin typeface="Calibri"/>
              <a:cs typeface="Calibri"/>
            </a:endParaRPr>
          </a:p>
          <a:p>
            <a:pPr marL="468630" marR="5080" lvl="1" indent="-341630">
              <a:lnSpc>
                <a:spcPts val="1939"/>
              </a:lnSpc>
              <a:spcBef>
                <a:spcPts val="425"/>
              </a:spcBef>
              <a:buFont typeface="Arial MT"/>
              <a:buChar char="•"/>
              <a:tabLst>
                <a:tab pos="468630" algn="l"/>
                <a:tab pos="469265" algn="l"/>
              </a:tabLst>
            </a:pPr>
            <a:r>
              <a:rPr sz="1800" dirty="0">
                <a:latin typeface="Calibri"/>
                <a:cs typeface="Calibri"/>
              </a:rPr>
              <a:t>enable a </a:t>
            </a:r>
            <a:r>
              <a:rPr sz="1800" spc="-5" dirty="0">
                <a:latin typeface="Calibri"/>
                <a:cs typeface="Calibri"/>
              </a:rPr>
              <a:t>maximum of </a:t>
            </a:r>
            <a:r>
              <a:rPr sz="1800" dirty="0">
                <a:latin typeface="Calibri"/>
                <a:cs typeface="Calibri"/>
              </a:rPr>
              <a:t>256 </a:t>
            </a:r>
            <a:r>
              <a:rPr sz="1800" spc="-5" dirty="0">
                <a:latin typeface="Calibri"/>
                <a:cs typeface="Calibri"/>
              </a:rPr>
              <a:t>tables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be joined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same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5547" y="3040379"/>
            <a:ext cx="2676144" cy="1684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233362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Types</a:t>
            </a:r>
            <a:r>
              <a:rPr spc="-35" dirty="0"/>
              <a:t> </a:t>
            </a:r>
            <a:r>
              <a:rPr spc="-10" dirty="0"/>
              <a:t>of</a:t>
            </a:r>
            <a:r>
              <a:rPr spc="-20" dirty="0"/>
              <a:t> </a:t>
            </a:r>
            <a:r>
              <a:rPr dirty="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17" y="1307338"/>
            <a:ext cx="6506845" cy="181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Outer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joins</a:t>
            </a:r>
            <a:endParaRPr sz="2400" dirty="0">
              <a:latin typeface="Calibri"/>
              <a:cs typeface="Calibri"/>
            </a:endParaRPr>
          </a:p>
          <a:p>
            <a:pPr marL="468630" marR="5080" indent="-341630">
              <a:lnSpc>
                <a:spcPts val="2590"/>
              </a:lnSpc>
              <a:spcBef>
                <a:spcPts val="445"/>
              </a:spcBef>
              <a:buFont typeface="Arial MT"/>
              <a:buChar char="•"/>
              <a:tabLst>
                <a:tab pos="468630" algn="l"/>
                <a:tab pos="469265" algn="l"/>
              </a:tabLst>
            </a:pPr>
            <a:r>
              <a:rPr sz="2400" spc="-10" dirty="0">
                <a:latin typeface="Calibri"/>
                <a:cs typeface="Calibri"/>
              </a:rPr>
              <a:t>return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matching </a:t>
            </a:r>
            <a:r>
              <a:rPr sz="2400" spc="-20" dirty="0">
                <a:latin typeface="Calibri"/>
                <a:cs typeface="Calibri"/>
              </a:rPr>
              <a:t>rows, </a:t>
            </a:r>
            <a:r>
              <a:rPr sz="2400" spc="-5" dirty="0">
                <a:latin typeface="Calibri"/>
                <a:cs typeface="Calibri"/>
              </a:rPr>
              <a:t>plus </a:t>
            </a:r>
            <a:r>
              <a:rPr sz="2400" spc="-10" dirty="0">
                <a:latin typeface="Calibri"/>
                <a:cs typeface="Calibri"/>
              </a:rPr>
              <a:t>nonmatching </a:t>
            </a:r>
            <a:r>
              <a:rPr sz="2400" spc="-20" dirty="0">
                <a:latin typeface="Calibri"/>
                <a:cs typeface="Calibri"/>
              </a:rPr>
              <a:t>rows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both tables</a:t>
            </a:r>
            <a:endParaRPr sz="2400" dirty="0">
              <a:latin typeface="Calibri"/>
              <a:cs typeface="Calibri"/>
            </a:endParaRPr>
          </a:p>
          <a:p>
            <a:pPr marL="468630" indent="-342265">
              <a:lnSpc>
                <a:spcPts val="2740"/>
              </a:lnSpc>
              <a:spcBef>
                <a:spcPts val="75"/>
              </a:spcBef>
              <a:buFont typeface="Arial MT"/>
              <a:buChar char="•"/>
              <a:tabLst>
                <a:tab pos="468630" algn="l"/>
                <a:tab pos="469265" algn="l"/>
              </a:tabLst>
            </a:pP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be </a:t>
            </a:r>
            <a:r>
              <a:rPr sz="2400" spc="-10" dirty="0">
                <a:latin typeface="Calibri"/>
                <a:cs typeface="Calibri"/>
              </a:rPr>
              <a:t>performed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two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tables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views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468630">
              <a:lnSpc>
                <a:spcPts val="2740"/>
              </a:lnSpc>
            </a:pP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time.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28032" y="3218688"/>
            <a:ext cx="2540635" cy="1635760"/>
            <a:chOff x="4828032" y="3218688"/>
            <a:chExt cx="2540635" cy="1635760"/>
          </a:xfrm>
        </p:grpSpPr>
        <p:sp>
          <p:nvSpPr>
            <p:cNvPr id="5" name="object 5"/>
            <p:cNvSpPr/>
            <p:nvPr/>
          </p:nvSpPr>
          <p:spPr>
            <a:xfrm>
              <a:off x="4841748" y="3238500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44F7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53862" y="3239262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099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099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199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099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42510" y="3233166"/>
              <a:ext cx="2512060" cy="1606550"/>
            </a:xfrm>
            <a:custGeom>
              <a:avLst/>
              <a:gdLst/>
              <a:ahLst/>
              <a:cxnLst/>
              <a:rect l="l" t="t" r="r" b="b"/>
              <a:pathLst>
                <a:path w="2512059" h="1606550">
                  <a:moveTo>
                    <a:pt x="911351" y="806196"/>
                  </a:moveTo>
                  <a:lnTo>
                    <a:pt x="912812" y="757461"/>
                  </a:lnTo>
                  <a:lnTo>
                    <a:pt x="917137" y="709498"/>
                  </a:lnTo>
                  <a:lnTo>
                    <a:pt x="924244" y="662390"/>
                  </a:lnTo>
                  <a:lnTo>
                    <a:pt x="934048" y="616221"/>
                  </a:lnTo>
                  <a:lnTo>
                    <a:pt x="946466" y="571075"/>
                  </a:lnTo>
                  <a:lnTo>
                    <a:pt x="961414" y="527035"/>
                  </a:lnTo>
                  <a:lnTo>
                    <a:pt x="978808" y="484185"/>
                  </a:lnTo>
                  <a:lnTo>
                    <a:pt x="998564" y="442610"/>
                  </a:lnTo>
                  <a:lnTo>
                    <a:pt x="1020600" y="402392"/>
                  </a:lnTo>
                  <a:lnTo>
                    <a:pt x="1044830" y="363616"/>
                  </a:lnTo>
                  <a:lnTo>
                    <a:pt x="1071172" y="326364"/>
                  </a:lnTo>
                  <a:lnTo>
                    <a:pt x="1099541" y="290722"/>
                  </a:lnTo>
                  <a:lnTo>
                    <a:pt x="1129855" y="256772"/>
                  </a:lnTo>
                  <a:lnTo>
                    <a:pt x="1162028" y="224599"/>
                  </a:lnTo>
                  <a:lnTo>
                    <a:pt x="1195978" y="194285"/>
                  </a:lnTo>
                  <a:lnTo>
                    <a:pt x="1231620" y="165916"/>
                  </a:lnTo>
                  <a:lnTo>
                    <a:pt x="1268872" y="139574"/>
                  </a:lnTo>
                  <a:lnTo>
                    <a:pt x="1307648" y="115344"/>
                  </a:lnTo>
                  <a:lnTo>
                    <a:pt x="1347866" y="93308"/>
                  </a:lnTo>
                  <a:lnTo>
                    <a:pt x="1389441" y="73552"/>
                  </a:lnTo>
                  <a:lnTo>
                    <a:pt x="1432291" y="56158"/>
                  </a:lnTo>
                  <a:lnTo>
                    <a:pt x="1476331" y="41210"/>
                  </a:lnTo>
                  <a:lnTo>
                    <a:pt x="1521477" y="28792"/>
                  </a:lnTo>
                  <a:lnTo>
                    <a:pt x="1567646" y="18988"/>
                  </a:lnTo>
                  <a:lnTo>
                    <a:pt x="1614754" y="11881"/>
                  </a:lnTo>
                  <a:lnTo>
                    <a:pt x="1662717" y="7556"/>
                  </a:lnTo>
                  <a:lnTo>
                    <a:pt x="1711451" y="6096"/>
                  </a:lnTo>
                  <a:lnTo>
                    <a:pt x="1760186" y="7556"/>
                  </a:lnTo>
                  <a:lnTo>
                    <a:pt x="1808149" y="11881"/>
                  </a:lnTo>
                  <a:lnTo>
                    <a:pt x="1855257" y="18988"/>
                  </a:lnTo>
                  <a:lnTo>
                    <a:pt x="1901426" y="28792"/>
                  </a:lnTo>
                  <a:lnTo>
                    <a:pt x="1946572" y="41210"/>
                  </a:lnTo>
                  <a:lnTo>
                    <a:pt x="1990612" y="56158"/>
                  </a:lnTo>
                  <a:lnTo>
                    <a:pt x="2033462" y="73552"/>
                  </a:lnTo>
                  <a:lnTo>
                    <a:pt x="2075037" y="93308"/>
                  </a:lnTo>
                  <a:lnTo>
                    <a:pt x="2115255" y="115344"/>
                  </a:lnTo>
                  <a:lnTo>
                    <a:pt x="2154031" y="139574"/>
                  </a:lnTo>
                  <a:lnTo>
                    <a:pt x="2191283" y="165916"/>
                  </a:lnTo>
                  <a:lnTo>
                    <a:pt x="2226925" y="194285"/>
                  </a:lnTo>
                  <a:lnTo>
                    <a:pt x="2260875" y="224599"/>
                  </a:lnTo>
                  <a:lnTo>
                    <a:pt x="2293048" y="256772"/>
                  </a:lnTo>
                  <a:lnTo>
                    <a:pt x="2323362" y="290722"/>
                  </a:lnTo>
                  <a:lnTo>
                    <a:pt x="2351731" y="326364"/>
                  </a:lnTo>
                  <a:lnTo>
                    <a:pt x="2378073" y="363616"/>
                  </a:lnTo>
                  <a:lnTo>
                    <a:pt x="2402303" y="402392"/>
                  </a:lnTo>
                  <a:lnTo>
                    <a:pt x="2424339" y="442610"/>
                  </a:lnTo>
                  <a:lnTo>
                    <a:pt x="2444095" y="484185"/>
                  </a:lnTo>
                  <a:lnTo>
                    <a:pt x="2461489" y="527035"/>
                  </a:lnTo>
                  <a:lnTo>
                    <a:pt x="2476437" y="571075"/>
                  </a:lnTo>
                  <a:lnTo>
                    <a:pt x="2488855" y="616221"/>
                  </a:lnTo>
                  <a:lnTo>
                    <a:pt x="2498659" y="662390"/>
                  </a:lnTo>
                  <a:lnTo>
                    <a:pt x="2505766" y="709498"/>
                  </a:lnTo>
                  <a:lnTo>
                    <a:pt x="2510091" y="757461"/>
                  </a:lnTo>
                  <a:lnTo>
                    <a:pt x="2511551" y="806196"/>
                  </a:lnTo>
                  <a:lnTo>
                    <a:pt x="2510091" y="854930"/>
                  </a:lnTo>
                  <a:lnTo>
                    <a:pt x="2505766" y="902893"/>
                  </a:lnTo>
                  <a:lnTo>
                    <a:pt x="2498659" y="950001"/>
                  </a:lnTo>
                  <a:lnTo>
                    <a:pt x="2488855" y="996170"/>
                  </a:lnTo>
                  <a:lnTo>
                    <a:pt x="2476437" y="1041316"/>
                  </a:lnTo>
                  <a:lnTo>
                    <a:pt x="2461489" y="1085356"/>
                  </a:lnTo>
                  <a:lnTo>
                    <a:pt x="2444095" y="1128206"/>
                  </a:lnTo>
                  <a:lnTo>
                    <a:pt x="2424339" y="1169781"/>
                  </a:lnTo>
                  <a:lnTo>
                    <a:pt x="2402303" y="1209999"/>
                  </a:lnTo>
                  <a:lnTo>
                    <a:pt x="2378073" y="1248775"/>
                  </a:lnTo>
                  <a:lnTo>
                    <a:pt x="2351731" y="1286027"/>
                  </a:lnTo>
                  <a:lnTo>
                    <a:pt x="2323362" y="1321669"/>
                  </a:lnTo>
                  <a:lnTo>
                    <a:pt x="2293048" y="1355619"/>
                  </a:lnTo>
                  <a:lnTo>
                    <a:pt x="2260875" y="1387792"/>
                  </a:lnTo>
                  <a:lnTo>
                    <a:pt x="2226925" y="1418106"/>
                  </a:lnTo>
                  <a:lnTo>
                    <a:pt x="2191283" y="1446475"/>
                  </a:lnTo>
                  <a:lnTo>
                    <a:pt x="2154031" y="1472817"/>
                  </a:lnTo>
                  <a:lnTo>
                    <a:pt x="2115255" y="1497047"/>
                  </a:lnTo>
                  <a:lnTo>
                    <a:pt x="2075037" y="1519083"/>
                  </a:lnTo>
                  <a:lnTo>
                    <a:pt x="2033462" y="1538839"/>
                  </a:lnTo>
                  <a:lnTo>
                    <a:pt x="1990612" y="1556233"/>
                  </a:lnTo>
                  <a:lnTo>
                    <a:pt x="1946572" y="1571181"/>
                  </a:lnTo>
                  <a:lnTo>
                    <a:pt x="1901426" y="1583599"/>
                  </a:lnTo>
                  <a:lnTo>
                    <a:pt x="1855257" y="1593403"/>
                  </a:lnTo>
                  <a:lnTo>
                    <a:pt x="1808149" y="1600510"/>
                  </a:lnTo>
                  <a:lnTo>
                    <a:pt x="1760186" y="1604835"/>
                  </a:lnTo>
                  <a:lnTo>
                    <a:pt x="1711451" y="1606296"/>
                  </a:lnTo>
                  <a:lnTo>
                    <a:pt x="1662717" y="1604835"/>
                  </a:lnTo>
                  <a:lnTo>
                    <a:pt x="1614754" y="1600510"/>
                  </a:lnTo>
                  <a:lnTo>
                    <a:pt x="1567646" y="1593403"/>
                  </a:lnTo>
                  <a:lnTo>
                    <a:pt x="1521477" y="1583599"/>
                  </a:lnTo>
                  <a:lnTo>
                    <a:pt x="1476331" y="1571181"/>
                  </a:lnTo>
                  <a:lnTo>
                    <a:pt x="1432291" y="1556233"/>
                  </a:lnTo>
                  <a:lnTo>
                    <a:pt x="1389441" y="1538839"/>
                  </a:lnTo>
                  <a:lnTo>
                    <a:pt x="1347866" y="1519083"/>
                  </a:lnTo>
                  <a:lnTo>
                    <a:pt x="1307648" y="1497047"/>
                  </a:lnTo>
                  <a:lnTo>
                    <a:pt x="1268872" y="1472817"/>
                  </a:lnTo>
                  <a:lnTo>
                    <a:pt x="1231620" y="1446475"/>
                  </a:lnTo>
                  <a:lnTo>
                    <a:pt x="1195978" y="1418106"/>
                  </a:lnTo>
                  <a:lnTo>
                    <a:pt x="1162028" y="1387792"/>
                  </a:lnTo>
                  <a:lnTo>
                    <a:pt x="1129855" y="1355619"/>
                  </a:lnTo>
                  <a:lnTo>
                    <a:pt x="1099541" y="1321669"/>
                  </a:lnTo>
                  <a:lnTo>
                    <a:pt x="1071172" y="1286027"/>
                  </a:lnTo>
                  <a:lnTo>
                    <a:pt x="1044830" y="1248775"/>
                  </a:lnTo>
                  <a:lnTo>
                    <a:pt x="1020600" y="1209999"/>
                  </a:lnTo>
                  <a:lnTo>
                    <a:pt x="998564" y="1169781"/>
                  </a:lnTo>
                  <a:lnTo>
                    <a:pt x="978808" y="1128206"/>
                  </a:lnTo>
                  <a:lnTo>
                    <a:pt x="961414" y="1085356"/>
                  </a:lnTo>
                  <a:lnTo>
                    <a:pt x="946466" y="1041316"/>
                  </a:lnTo>
                  <a:lnTo>
                    <a:pt x="934048" y="996170"/>
                  </a:lnTo>
                  <a:lnTo>
                    <a:pt x="924244" y="950001"/>
                  </a:lnTo>
                  <a:lnTo>
                    <a:pt x="917137" y="902893"/>
                  </a:lnTo>
                  <a:lnTo>
                    <a:pt x="912812" y="854930"/>
                  </a:lnTo>
                  <a:lnTo>
                    <a:pt x="911351" y="806196"/>
                  </a:lnTo>
                  <a:close/>
                </a:path>
                <a:path w="2512059" h="1606550">
                  <a:moveTo>
                    <a:pt x="0" y="800100"/>
                  </a:moveTo>
                  <a:lnTo>
                    <a:pt x="1460" y="751365"/>
                  </a:lnTo>
                  <a:lnTo>
                    <a:pt x="5785" y="703402"/>
                  </a:lnTo>
                  <a:lnTo>
                    <a:pt x="12892" y="656294"/>
                  </a:lnTo>
                  <a:lnTo>
                    <a:pt x="22696" y="610125"/>
                  </a:lnTo>
                  <a:lnTo>
                    <a:pt x="35114" y="564979"/>
                  </a:lnTo>
                  <a:lnTo>
                    <a:pt x="50062" y="520939"/>
                  </a:lnTo>
                  <a:lnTo>
                    <a:pt x="67456" y="478089"/>
                  </a:lnTo>
                  <a:lnTo>
                    <a:pt x="87212" y="436514"/>
                  </a:lnTo>
                  <a:lnTo>
                    <a:pt x="109248" y="396296"/>
                  </a:lnTo>
                  <a:lnTo>
                    <a:pt x="133478" y="357520"/>
                  </a:lnTo>
                  <a:lnTo>
                    <a:pt x="159820" y="320268"/>
                  </a:lnTo>
                  <a:lnTo>
                    <a:pt x="188189" y="284626"/>
                  </a:lnTo>
                  <a:lnTo>
                    <a:pt x="218503" y="250676"/>
                  </a:lnTo>
                  <a:lnTo>
                    <a:pt x="250676" y="218503"/>
                  </a:lnTo>
                  <a:lnTo>
                    <a:pt x="284626" y="188189"/>
                  </a:lnTo>
                  <a:lnTo>
                    <a:pt x="320268" y="159820"/>
                  </a:lnTo>
                  <a:lnTo>
                    <a:pt x="357520" y="133478"/>
                  </a:lnTo>
                  <a:lnTo>
                    <a:pt x="396296" y="109248"/>
                  </a:lnTo>
                  <a:lnTo>
                    <a:pt x="436514" y="87212"/>
                  </a:lnTo>
                  <a:lnTo>
                    <a:pt x="478089" y="67456"/>
                  </a:lnTo>
                  <a:lnTo>
                    <a:pt x="520939" y="50062"/>
                  </a:lnTo>
                  <a:lnTo>
                    <a:pt x="564979" y="35114"/>
                  </a:lnTo>
                  <a:lnTo>
                    <a:pt x="610125" y="22696"/>
                  </a:lnTo>
                  <a:lnTo>
                    <a:pt x="656294" y="12892"/>
                  </a:lnTo>
                  <a:lnTo>
                    <a:pt x="703402" y="5785"/>
                  </a:lnTo>
                  <a:lnTo>
                    <a:pt x="751365" y="1460"/>
                  </a:lnTo>
                  <a:lnTo>
                    <a:pt x="800100" y="0"/>
                  </a:lnTo>
                  <a:lnTo>
                    <a:pt x="848834" y="1460"/>
                  </a:lnTo>
                  <a:lnTo>
                    <a:pt x="896797" y="5785"/>
                  </a:lnTo>
                  <a:lnTo>
                    <a:pt x="943905" y="12892"/>
                  </a:lnTo>
                  <a:lnTo>
                    <a:pt x="990074" y="22696"/>
                  </a:lnTo>
                  <a:lnTo>
                    <a:pt x="1035220" y="35114"/>
                  </a:lnTo>
                  <a:lnTo>
                    <a:pt x="1079260" y="50062"/>
                  </a:lnTo>
                  <a:lnTo>
                    <a:pt x="1122110" y="67456"/>
                  </a:lnTo>
                  <a:lnTo>
                    <a:pt x="1163685" y="87212"/>
                  </a:lnTo>
                  <a:lnTo>
                    <a:pt x="1203903" y="109248"/>
                  </a:lnTo>
                  <a:lnTo>
                    <a:pt x="1242679" y="133478"/>
                  </a:lnTo>
                  <a:lnTo>
                    <a:pt x="1279931" y="159820"/>
                  </a:lnTo>
                  <a:lnTo>
                    <a:pt x="1315573" y="188189"/>
                  </a:lnTo>
                  <a:lnTo>
                    <a:pt x="1349523" y="218503"/>
                  </a:lnTo>
                  <a:lnTo>
                    <a:pt x="1381696" y="250676"/>
                  </a:lnTo>
                  <a:lnTo>
                    <a:pt x="1412010" y="284626"/>
                  </a:lnTo>
                  <a:lnTo>
                    <a:pt x="1440379" y="320268"/>
                  </a:lnTo>
                  <a:lnTo>
                    <a:pt x="1466721" y="357520"/>
                  </a:lnTo>
                  <a:lnTo>
                    <a:pt x="1490951" y="396296"/>
                  </a:lnTo>
                  <a:lnTo>
                    <a:pt x="1512987" y="436514"/>
                  </a:lnTo>
                  <a:lnTo>
                    <a:pt x="1532743" y="478089"/>
                  </a:lnTo>
                  <a:lnTo>
                    <a:pt x="1550137" y="520939"/>
                  </a:lnTo>
                  <a:lnTo>
                    <a:pt x="1565085" y="564979"/>
                  </a:lnTo>
                  <a:lnTo>
                    <a:pt x="1577503" y="610125"/>
                  </a:lnTo>
                  <a:lnTo>
                    <a:pt x="1587307" y="656294"/>
                  </a:lnTo>
                  <a:lnTo>
                    <a:pt x="1594414" y="703402"/>
                  </a:lnTo>
                  <a:lnTo>
                    <a:pt x="1598739" y="751365"/>
                  </a:lnTo>
                  <a:lnTo>
                    <a:pt x="1600200" y="800100"/>
                  </a:lnTo>
                  <a:lnTo>
                    <a:pt x="1598739" y="848834"/>
                  </a:lnTo>
                  <a:lnTo>
                    <a:pt x="1594414" y="896797"/>
                  </a:lnTo>
                  <a:lnTo>
                    <a:pt x="1587307" y="943905"/>
                  </a:lnTo>
                  <a:lnTo>
                    <a:pt x="1577503" y="990074"/>
                  </a:lnTo>
                  <a:lnTo>
                    <a:pt x="1565085" y="1035220"/>
                  </a:lnTo>
                  <a:lnTo>
                    <a:pt x="1550137" y="1079260"/>
                  </a:lnTo>
                  <a:lnTo>
                    <a:pt x="1532743" y="1122110"/>
                  </a:lnTo>
                  <a:lnTo>
                    <a:pt x="1512987" y="1163685"/>
                  </a:lnTo>
                  <a:lnTo>
                    <a:pt x="1490951" y="1203903"/>
                  </a:lnTo>
                  <a:lnTo>
                    <a:pt x="1466721" y="1242679"/>
                  </a:lnTo>
                  <a:lnTo>
                    <a:pt x="1440379" y="1279931"/>
                  </a:lnTo>
                  <a:lnTo>
                    <a:pt x="1412010" y="1315573"/>
                  </a:lnTo>
                  <a:lnTo>
                    <a:pt x="1381696" y="1349523"/>
                  </a:lnTo>
                  <a:lnTo>
                    <a:pt x="1349523" y="1381696"/>
                  </a:lnTo>
                  <a:lnTo>
                    <a:pt x="1315573" y="1412010"/>
                  </a:lnTo>
                  <a:lnTo>
                    <a:pt x="1279931" y="1440379"/>
                  </a:lnTo>
                  <a:lnTo>
                    <a:pt x="1242679" y="1466721"/>
                  </a:lnTo>
                  <a:lnTo>
                    <a:pt x="1203903" y="1490951"/>
                  </a:lnTo>
                  <a:lnTo>
                    <a:pt x="1163685" y="1512987"/>
                  </a:lnTo>
                  <a:lnTo>
                    <a:pt x="1122110" y="1532743"/>
                  </a:lnTo>
                  <a:lnTo>
                    <a:pt x="1079260" y="1550137"/>
                  </a:lnTo>
                  <a:lnTo>
                    <a:pt x="1035220" y="1565085"/>
                  </a:lnTo>
                  <a:lnTo>
                    <a:pt x="990074" y="1577503"/>
                  </a:lnTo>
                  <a:lnTo>
                    <a:pt x="943905" y="1587307"/>
                  </a:lnTo>
                  <a:lnTo>
                    <a:pt x="896797" y="1594414"/>
                  </a:lnTo>
                  <a:lnTo>
                    <a:pt x="848834" y="1598739"/>
                  </a:lnTo>
                  <a:lnTo>
                    <a:pt x="800100" y="1600200"/>
                  </a:lnTo>
                  <a:lnTo>
                    <a:pt x="751365" y="1598739"/>
                  </a:lnTo>
                  <a:lnTo>
                    <a:pt x="703402" y="1594414"/>
                  </a:lnTo>
                  <a:lnTo>
                    <a:pt x="656294" y="1587307"/>
                  </a:lnTo>
                  <a:lnTo>
                    <a:pt x="610125" y="1577503"/>
                  </a:lnTo>
                  <a:lnTo>
                    <a:pt x="564979" y="1565085"/>
                  </a:lnTo>
                  <a:lnTo>
                    <a:pt x="520939" y="1550137"/>
                  </a:lnTo>
                  <a:lnTo>
                    <a:pt x="478089" y="1532743"/>
                  </a:lnTo>
                  <a:lnTo>
                    <a:pt x="436514" y="1512987"/>
                  </a:lnTo>
                  <a:lnTo>
                    <a:pt x="396296" y="1490951"/>
                  </a:lnTo>
                  <a:lnTo>
                    <a:pt x="357520" y="1466721"/>
                  </a:lnTo>
                  <a:lnTo>
                    <a:pt x="320268" y="1440379"/>
                  </a:lnTo>
                  <a:lnTo>
                    <a:pt x="284626" y="1412010"/>
                  </a:lnTo>
                  <a:lnTo>
                    <a:pt x="250676" y="1381696"/>
                  </a:lnTo>
                  <a:lnTo>
                    <a:pt x="218503" y="1349523"/>
                  </a:lnTo>
                  <a:lnTo>
                    <a:pt x="188189" y="1315573"/>
                  </a:lnTo>
                  <a:lnTo>
                    <a:pt x="159820" y="1279931"/>
                  </a:lnTo>
                  <a:lnTo>
                    <a:pt x="133478" y="1242679"/>
                  </a:lnTo>
                  <a:lnTo>
                    <a:pt x="109248" y="1203903"/>
                  </a:lnTo>
                  <a:lnTo>
                    <a:pt x="87212" y="1163685"/>
                  </a:lnTo>
                  <a:lnTo>
                    <a:pt x="67456" y="1122110"/>
                  </a:lnTo>
                  <a:lnTo>
                    <a:pt x="50062" y="1079260"/>
                  </a:lnTo>
                  <a:lnTo>
                    <a:pt x="35114" y="1035220"/>
                  </a:lnTo>
                  <a:lnTo>
                    <a:pt x="22696" y="990074"/>
                  </a:lnTo>
                  <a:lnTo>
                    <a:pt x="12892" y="943905"/>
                  </a:lnTo>
                  <a:lnTo>
                    <a:pt x="5785" y="896797"/>
                  </a:lnTo>
                  <a:lnTo>
                    <a:pt x="1460" y="848834"/>
                  </a:lnTo>
                  <a:lnTo>
                    <a:pt x="0" y="8001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37935" y="4865065"/>
            <a:ext cx="516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ll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96783" y="3186683"/>
            <a:ext cx="2479675" cy="1629410"/>
            <a:chOff x="7796783" y="3186683"/>
            <a:chExt cx="2479675" cy="1629410"/>
          </a:xfrm>
        </p:grpSpPr>
        <p:sp>
          <p:nvSpPr>
            <p:cNvPr id="10" name="object 10"/>
            <p:cNvSpPr/>
            <p:nvPr/>
          </p:nvSpPr>
          <p:spPr>
            <a:xfrm>
              <a:off x="8661653" y="3201161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9CC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11261" y="3201161"/>
              <a:ext cx="2451100" cy="1600200"/>
            </a:xfrm>
            <a:custGeom>
              <a:avLst/>
              <a:gdLst/>
              <a:ahLst/>
              <a:cxnLst/>
              <a:rect l="l" t="t" r="r" b="b"/>
              <a:pathLst>
                <a:path w="2451100" h="1600200">
                  <a:moveTo>
                    <a:pt x="850392" y="800100"/>
                  </a:moveTo>
                  <a:lnTo>
                    <a:pt x="851852" y="751365"/>
                  </a:lnTo>
                  <a:lnTo>
                    <a:pt x="856177" y="703402"/>
                  </a:lnTo>
                  <a:lnTo>
                    <a:pt x="863284" y="656294"/>
                  </a:lnTo>
                  <a:lnTo>
                    <a:pt x="873088" y="610125"/>
                  </a:lnTo>
                  <a:lnTo>
                    <a:pt x="885506" y="564979"/>
                  </a:lnTo>
                  <a:lnTo>
                    <a:pt x="900454" y="520939"/>
                  </a:lnTo>
                  <a:lnTo>
                    <a:pt x="917848" y="478089"/>
                  </a:lnTo>
                  <a:lnTo>
                    <a:pt x="937604" y="436514"/>
                  </a:lnTo>
                  <a:lnTo>
                    <a:pt x="959640" y="396296"/>
                  </a:lnTo>
                  <a:lnTo>
                    <a:pt x="983870" y="357520"/>
                  </a:lnTo>
                  <a:lnTo>
                    <a:pt x="1010212" y="320268"/>
                  </a:lnTo>
                  <a:lnTo>
                    <a:pt x="1038581" y="284626"/>
                  </a:lnTo>
                  <a:lnTo>
                    <a:pt x="1068895" y="250676"/>
                  </a:lnTo>
                  <a:lnTo>
                    <a:pt x="1101068" y="218503"/>
                  </a:lnTo>
                  <a:lnTo>
                    <a:pt x="1135018" y="188189"/>
                  </a:lnTo>
                  <a:lnTo>
                    <a:pt x="1170660" y="159820"/>
                  </a:lnTo>
                  <a:lnTo>
                    <a:pt x="1207912" y="133478"/>
                  </a:lnTo>
                  <a:lnTo>
                    <a:pt x="1246688" y="109248"/>
                  </a:lnTo>
                  <a:lnTo>
                    <a:pt x="1286906" y="87212"/>
                  </a:lnTo>
                  <a:lnTo>
                    <a:pt x="1328481" y="67456"/>
                  </a:lnTo>
                  <a:lnTo>
                    <a:pt x="1371331" y="50062"/>
                  </a:lnTo>
                  <a:lnTo>
                    <a:pt x="1415371" y="35114"/>
                  </a:lnTo>
                  <a:lnTo>
                    <a:pt x="1460517" y="22696"/>
                  </a:lnTo>
                  <a:lnTo>
                    <a:pt x="1506686" y="12892"/>
                  </a:lnTo>
                  <a:lnTo>
                    <a:pt x="1553794" y="5785"/>
                  </a:lnTo>
                  <a:lnTo>
                    <a:pt x="1601757" y="1460"/>
                  </a:lnTo>
                  <a:lnTo>
                    <a:pt x="1650492" y="0"/>
                  </a:lnTo>
                  <a:lnTo>
                    <a:pt x="1699226" y="1460"/>
                  </a:lnTo>
                  <a:lnTo>
                    <a:pt x="1747189" y="5785"/>
                  </a:lnTo>
                  <a:lnTo>
                    <a:pt x="1794297" y="12892"/>
                  </a:lnTo>
                  <a:lnTo>
                    <a:pt x="1840466" y="22696"/>
                  </a:lnTo>
                  <a:lnTo>
                    <a:pt x="1885612" y="35114"/>
                  </a:lnTo>
                  <a:lnTo>
                    <a:pt x="1929652" y="50062"/>
                  </a:lnTo>
                  <a:lnTo>
                    <a:pt x="1972502" y="67456"/>
                  </a:lnTo>
                  <a:lnTo>
                    <a:pt x="2014077" y="87212"/>
                  </a:lnTo>
                  <a:lnTo>
                    <a:pt x="2054295" y="109248"/>
                  </a:lnTo>
                  <a:lnTo>
                    <a:pt x="2093071" y="133478"/>
                  </a:lnTo>
                  <a:lnTo>
                    <a:pt x="2130323" y="159820"/>
                  </a:lnTo>
                  <a:lnTo>
                    <a:pt x="2165965" y="188189"/>
                  </a:lnTo>
                  <a:lnTo>
                    <a:pt x="2199915" y="218503"/>
                  </a:lnTo>
                  <a:lnTo>
                    <a:pt x="2232088" y="250676"/>
                  </a:lnTo>
                  <a:lnTo>
                    <a:pt x="2262402" y="284626"/>
                  </a:lnTo>
                  <a:lnTo>
                    <a:pt x="2290771" y="320268"/>
                  </a:lnTo>
                  <a:lnTo>
                    <a:pt x="2317113" y="357520"/>
                  </a:lnTo>
                  <a:lnTo>
                    <a:pt x="2341343" y="396296"/>
                  </a:lnTo>
                  <a:lnTo>
                    <a:pt x="2363379" y="436514"/>
                  </a:lnTo>
                  <a:lnTo>
                    <a:pt x="2383135" y="478089"/>
                  </a:lnTo>
                  <a:lnTo>
                    <a:pt x="2400529" y="520939"/>
                  </a:lnTo>
                  <a:lnTo>
                    <a:pt x="2415477" y="564979"/>
                  </a:lnTo>
                  <a:lnTo>
                    <a:pt x="2427895" y="610125"/>
                  </a:lnTo>
                  <a:lnTo>
                    <a:pt x="2437699" y="656294"/>
                  </a:lnTo>
                  <a:lnTo>
                    <a:pt x="2444806" y="703402"/>
                  </a:lnTo>
                  <a:lnTo>
                    <a:pt x="2449131" y="751365"/>
                  </a:lnTo>
                  <a:lnTo>
                    <a:pt x="2450592" y="800100"/>
                  </a:lnTo>
                  <a:lnTo>
                    <a:pt x="2449131" y="848834"/>
                  </a:lnTo>
                  <a:lnTo>
                    <a:pt x="2444806" y="896797"/>
                  </a:lnTo>
                  <a:lnTo>
                    <a:pt x="2437699" y="943905"/>
                  </a:lnTo>
                  <a:lnTo>
                    <a:pt x="2427895" y="990074"/>
                  </a:lnTo>
                  <a:lnTo>
                    <a:pt x="2415477" y="1035220"/>
                  </a:lnTo>
                  <a:lnTo>
                    <a:pt x="2400529" y="1079260"/>
                  </a:lnTo>
                  <a:lnTo>
                    <a:pt x="2383135" y="1122110"/>
                  </a:lnTo>
                  <a:lnTo>
                    <a:pt x="2363379" y="1163685"/>
                  </a:lnTo>
                  <a:lnTo>
                    <a:pt x="2341343" y="1203903"/>
                  </a:lnTo>
                  <a:lnTo>
                    <a:pt x="2317113" y="1242679"/>
                  </a:lnTo>
                  <a:lnTo>
                    <a:pt x="2290771" y="1279931"/>
                  </a:lnTo>
                  <a:lnTo>
                    <a:pt x="2262402" y="1315573"/>
                  </a:lnTo>
                  <a:lnTo>
                    <a:pt x="2232088" y="1349523"/>
                  </a:lnTo>
                  <a:lnTo>
                    <a:pt x="2199915" y="1381696"/>
                  </a:lnTo>
                  <a:lnTo>
                    <a:pt x="2165965" y="1412010"/>
                  </a:lnTo>
                  <a:lnTo>
                    <a:pt x="2130323" y="1440379"/>
                  </a:lnTo>
                  <a:lnTo>
                    <a:pt x="2093071" y="1466721"/>
                  </a:lnTo>
                  <a:lnTo>
                    <a:pt x="2054295" y="1490951"/>
                  </a:lnTo>
                  <a:lnTo>
                    <a:pt x="2014077" y="1512987"/>
                  </a:lnTo>
                  <a:lnTo>
                    <a:pt x="1972502" y="1532743"/>
                  </a:lnTo>
                  <a:lnTo>
                    <a:pt x="1929652" y="1550137"/>
                  </a:lnTo>
                  <a:lnTo>
                    <a:pt x="1885612" y="1565085"/>
                  </a:lnTo>
                  <a:lnTo>
                    <a:pt x="1840466" y="1577503"/>
                  </a:lnTo>
                  <a:lnTo>
                    <a:pt x="1794297" y="1587307"/>
                  </a:lnTo>
                  <a:lnTo>
                    <a:pt x="1747189" y="1594414"/>
                  </a:lnTo>
                  <a:lnTo>
                    <a:pt x="1699226" y="1598739"/>
                  </a:lnTo>
                  <a:lnTo>
                    <a:pt x="1650492" y="1600200"/>
                  </a:lnTo>
                  <a:lnTo>
                    <a:pt x="1601757" y="1598739"/>
                  </a:lnTo>
                  <a:lnTo>
                    <a:pt x="1553794" y="1594414"/>
                  </a:lnTo>
                  <a:lnTo>
                    <a:pt x="1506686" y="1587307"/>
                  </a:lnTo>
                  <a:lnTo>
                    <a:pt x="1460517" y="1577503"/>
                  </a:lnTo>
                  <a:lnTo>
                    <a:pt x="1415371" y="1565085"/>
                  </a:lnTo>
                  <a:lnTo>
                    <a:pt x="1371331" y="1550137"/>
                  </a:lnTo>
                  <a:lnTo>
                    <a:pt x="1328481" y="1532743"/>
                  </a:lnTo>
                  <a:lnTo>
                    <a:pt x="1286906" y="1512987"/>
                  </a:lnTo>
                  <a:lnTo>
                    <a:pt x="1246688" y="1490951"/>
                  </a:lnTo>
                  <a:lnTo>
                    <a:pt x="1207912" y="1466721"/>
                  </a:lnTo>
                  <a:lnTo>
                    <a:pt x="1170660" y="1440379"/>
                  </a:lnTo>
                  <a:lnTo>
                    <a:pt x="1135018" y="1412010"/>
                  </a:lnTo>
                  <a:lnTo>
                    <a:pt x="1101068" y="1381696"/>
                  </a:lnTo>
                  <a:lnTo>
                    <a:pt x="1068895" y="1349523"/>
                  </a:lnTo>
                  <a:lnTo>
                    <a:pt x="1038581" y="1315573"/>
                  </a:lnTo>
                  <a:lnTo>
                    <a:pt x="1010212" y="1279931"/>
                  </a:lnTo>
                  <a:lnTo>
                    <a:pt x="983870" y="1242679"/>
                  </a:lnTo>
                  <a:lnTo>
                    <a:pt x="959640" y="1203903"/>
                  </a:lnTo>
                  <a:lnTo>
                    <a:pt x="937604" y="1163685"/>
                  </a:lnTo>
                  <a:lnTo>
                    <a:pt x="917848" y="1122110"/>
                  </a:lnTo>
                  <a:lnTo>
                    <a:pt x="900454" y="1079260"/>
                  </a:lnTo>
                  <a:lnTo>
                    <a:pt x="885506" y="1035220"/>
                  </a:lnTo>
                  <a:lnTo>
                    <a:pt x="873088" y="990074"/>
                  </a:lnTo>
                  <a:lnTo>
                    <a:pt x="863284" y="943905"/>
                  </a:lnTo>
                  <a:lnTo>
                    <a:pt x="856177" y="896797"/>
                  </a:lnTo>
                  <a:lnTo>
                    <a:pt x="851852" y="848834"/>
                  </a:lnTo>
                  <a:lnTo>
                    <a:pt x="850392" y="800100"/>
                  </a:lnTo>
                  <a:close/>
                </a:path>
                <a:path w="2451100" h="1600200">
                  <a:moveTo>
                    <a:pt x="0" y="800100"/>
                  </a:moveTo>
                  <a:lnTo>
                    <a:pt x="1460" y="751365"/>
                  </a:lnTo>
                  <a:lnTo>
                    <a:pt x="5785" y="703402"/>
                  </a:lnTo>
                  <a:lnTo>
                    <a:pt x="12892" y="656294"/>
                  </a:lnTo>
                  <a:lnTo>
                    <a:pt x="22696" y="610125"/>
                  </a:lnTo>
                  <a:lnTo>
                    <a:pt x="35114" y="564979"/>
                  </a:lnTo>
                  <a:lnTo>
                    <a:pt x="50062" y="520939"/>
                  </a:lnTo>
                  <a:lnTo>
                    <a:pt x="67456" y="478089"/>
                  </a:lnTo>
                  <a:lnTo>
                    <a:pt x="87212" y="436514"/>
                  </a:lnTo>
                  <a:lnTo>
                    <a:pt x="109248" y="396296"/>
                  </a:lnTo>
                  <a:lnTo>
                    <a:pt x="133478" y="357520"/>
                  </a:lnTo>
                  <a:lnTo>
                    <a:pt x="159820" y="320268"/>
                  </a:lnTo>
                  <a:lnTo>
                    <a:pt x="188189" y="284626"/>
                  </a:lnTo>
                  <a:lnTo>
                    <a:pt x="218503" y="250676"/>
                  </a:lnTo>
                  <a:lnTo>
                    <a:pt x="250676" y="218503"/>
                  </a:lnTo>
                  <a:lnTo>
                    <a:pt x="284626" y="188189"/>
                  </a:lnTo>
                  <a:lnTo>
                    <a:pt x="320268" y="159820"/>
                  </a:lnTo>
                  <a:lnTo>
                    <a:pt x="357520" y="133478"/>
                  </a:lnTo>
                  <a:lnTo>
                    <a:pt x="396296" y="109248"/>
                  </a:lnTo>
                  <a:lnTo>
                    <a:pt x="436514" y="87212"/>
                  </a:lnTo>
                  <a:lnTo>
                    <a:pt x="478089" y="67456"/>
                  </a:lnTo>
                  <a:lnTo>
                    <a:pt x="520939" y="50062"/>
                  </a:lnTo>
                  <a:lnTo>
                    <a:pt x="564979" y="35114"/>
                  </a:lnTo>
                  <a:lnTo>
                    <a:pt x="610125" y="22696"/>
                  </a:lnTo>
                  <a:lnTo>
                    <a:pt x="656294" y="12892"/>
                  </a:lnTo>
                  <a:lnTo>
                    <a:pt x="703402" y="5785"/>
                  </a:lnTo>
                  <a:lnTo>
                    <a:pt x="751365" y="1460"/>
                  </a:lnTo>
                  <a:lnTo>
                    <a:pt x="800100" y="0"/>
                  </a:lnTo>
                  <a:lnTo>
                    <a:pt x="848834" y="1460"/>
                  </a:lnTo>
                  <a:lnTo>
                    <a:pt x="896797" y="5785"/>
                  </a:lnTo>
                  <a:lnTo>
                    <a:pt x="943905" y="12892"/>
                  </a:lnTo>
                  <a:lnTo>
                    <a:pt x="990074" y="22696"/>
                  </a:lnTo>
                  <a:lnTo>
                    <a:pt x="1035220" y="35114"/>
                  </a:lnTo>
                  <a:lnTo>
                    <a:pt x="1079260" y="50062"/>
                  </a:lnTo>
                  <a:lnTo>
                    <a:pt x="1122110" y="67456"/>
                  </a:lnTo>
                  <a:lnTo>
                    <a:pt x="1163685" y="87212"/>
                  </a:lnTo>
                  <a:lnTo>
                    <a:pt x="1203903" y="109248"/>
                  </a:lnTo>
                  <a:lnTo>
                    <a:pt x="1242679" y="133478"/>
                  </a:lnTo>
                  <a:lnTo>
                    <a:pt x="1279931" y="159820"/>
                  </a:lnTo>
                  <a:lnTo>
                    <a:pt x="1315573" y="188189"/>
                  </a:lnTo>
                  <a:lnTo>
                    <a:pt x="1349523" y="218503"/>
                  </a:lnTo>
                  <a:lnTo>
                    <a:pt x="1381696" y="250676"/>
                  </a:lnTo>
                  <a:lnTo>
                    <a:pt x="1412010" y="284626"/>
                  </a:lnTo>
                  <a:lnTo>
                    <a:pt x="1440379" y="320268"/>
                  </a:lnTo>
                  <a:lnTo>
                    <a:pt x="1466721" y="357520"/>
                  </a:lnTo>
                  <a:lnTo>
                    <a:pt x="1490951" y="396296"/>
                  </a:lnTo>
                  <a:lnTo>
                    <a:pt x="1512987" y="436514"/>
                  </a:lnTo>
                  <a:lnTo>
                    <a:pt x="1532743" y="478089"/>
                  </a:lnTo>
                  <a:lnTo>
                    <a:pt x="1550137" y="520939"/>
                  </a:lnTo>
                  <a:lnTo>
                    <a:pt x="1565085" y="564979"/>
                  </a:lnTo>
                  <a:lnTo>
                    <a:pt x="1577503" y="610125"/>
                  </a:lnTo>
                  <a:lnTo>
                    <a:pt x="1587307" y="656294"/>
                  </a:lnTo>
                  <a:lnTo>
                    <a:pt x="1594414" y="703402"/>
                  </a:lnTo>
                  <a:lnTo>
                    <a:pt x="1598739" y="751365"/>
                  </a:lnTo>
                  <a:lnTo>
                    <a:pt x="1600200" y="800100"/>
                  </a:lnTo>
                  <a:lnTo>
                    <a:pt x="1598739" y="848834"/>
                  </a:lnTo>
                  <a:lnTo>
                    <a:pt x="1594414" y="896797"/>
                  </a:lnTo>
                  <a:lnTo>
                    <a:pt x="1587307" y="943905"/>
                  </a:lnTo>
                  <a:lnTo>
                    <a:pt x="1577503" y="990074"/>
                  </a:lnTo>
                  <a:lnTo>
                    <a:pt x="1565085" y="1035220"/>
                  </a:lnTo>
                  <a:lnTo>
                    <a:pt x="1550137" y="1079260"/>
                  </a:lnTo>
                  <a:lnTo>
                    <a:pt x="1532743" y="1122110"/>
                  </a:lnTo>
                  <a:lnTo>
                    <a:pt x="1512987" y="1163685"/>
                  </a:lnTo>
                  <a:lnTo>
                    <a:pt x="1490951" y="1203903"/>
                  </a:lnTo>
                  <a:lnTo>
                    <a:pt x="1466721" y="1242679"/>
                  </a:lnTo>
                  <a:lnTo>
                    <a:pt x="1440379" y="1279931"/>
                  </a:lnTo>
                  <a:lnTo>
                    <a:pt x="1412010" y="1315573"/>
                  </a:lnTo>
                  <a:lnTo>
                    <a:pt x="1381696" y="1349523"/>
                  </a:lnTo>
                  <a:lnTo>
                    <a:pt x="1349523" y="1381696"/>
                  </a:lnTo>
                  <a:lnTo>
                    <a:pt x="1315573" y="1412010"/>
                  </a:lnTo>
                  <a:lnTo>
                    <a:pt x="1279931" y="1440379"/>
                  </a:lnTo>
                  <a:lnTo>
                    <a:pt x="1242679" y="1466721"/>
                  </a:lnTo>
                  <a:lnTo>
                    <a:pt x="1203903" y="1490951"/>
                  </a:lnTo>
                  <a:lnTo>
                    <a:pt x="1163685" y="1512987"/>
                  </a:lnTo>
                  <a:lnTo>
                    <a:pt x="1122110" y="1532743"/>
                  </a:lnTo>
                  <a:lnTo>
                    <a:pt x="1079260" y="1550137"/>
                  </a:lnTo>
                  <a:lnTo>
                    <a:pt x="1035220" y="1565085"/>
                  </a:lnTo>
                  <a:lnTo>
                    <a:pt x="990074" y="1577503"/>
                  </a:lnTo>
                  <a:lnTo>
                    <a:pt x="943905" y="1587307"/>
                  </a:lnTo>
                  <a:lnTo>
                    <a:pt x="896797" y="1594414"/>
                  </a:lnTo>
                  <a:lnTo>
                    <a:pt x="848834" y="1598739"/>
                  </a:lnTo>
                  <a:lnTo>
                    <a:pt x="800100" y="1600200"/>
                  </a:lnTo>
                  <a:lnTo>
                    <a:pt x="751365" y="1598739"/>
                  </a:lnTo>
                  <a:lnTo>
                    <a:pt x="703402" y="1594414"/>
                  </a:lnTo>
                  <a:lnTo>
                    <a:pt x="656294" y="1587307"/>
                  </a:lnTo>
                  <a:lnTo>
                    <a:pt x="610125" y="1577503"/>
                  </a:lnTo>
                  <a:lnTo>
                    <a:pt x="564979" y="1565085"/>
                  </a:lnTo>
                  <a:lnTo>
                    <a:pt x="520939" y="1550137"/>
                  </a:lnTo>
                  <a:lnTo>
                    <a:pt x="478089" y="1532743"/>
                  </a:lnTo>
                  <a:lnTo>
                    <a:pt x="436514" y="1512987"/>
                  </a:lnTo>
                  <a:lnTo>
                    <a:pt x="396296" y="1490951"/>
                  </a:lnTo>
                  <a:lnTo>
                    <a:pt x="357520" y="1466721"/>
                  </a:lnTo>
                  <a:lnTo>
                    <a:pt x="320268" y="1440379"/>
                  </a:lnTo>
                  <a:lnTo>
                    <a:pt x="284626" y="1412010"/>
                  </a:lnTo>
                  <a:lnTo>
                    <a:pt x="250676" y="1381696"/>
                  </a:lnTo>
                  <a:lnTo>
                    <a:pt x="218503" y="1349523"/>
                  </a:lnTo>
                  <a:lnTo>
                    <a:pt x="188189" y="1315573"/>
                  </a:lnTo>
                  <a:lnTo>
                    <a:pt x="159820" y="1279931"/>
                  </a:lnTo>
                  <a:lnTo>
                    <a:pt x="133478" y="1242679"/>
                  </a:lnTo>
                  <a:lnTo>
                    <a:pt x="109248" y="1203903"/>
                  </a:lnTo>
                  <a:lnTo>
                    <a:pt x="87212" y="1163685"/>
                  </a:lnTo>
                  <a:lnTo>
                    <a:pt x="67456" y="1122110"/>
                  </a:lnTo>
                  <a:lnTo>
                    <a:pt x="50062" y="1079260"/>
                  </a:lnTo>
                  <a:lnTo>
                    <a:pt x="35114" y="1035220"/>
                  </a:lnTo>
                  <a:lnTo>
                    <a:pt x="22696" y="990074"/>
                  </a:lnTo>
                  <a:lnTo>
                    <a:pt x="12892" y="943905"/>
                  </a:lnTo>
                  <a:lnTo>
                    <a:pt x="5785" y="896797"/>
                  </a:lnTo>
                  <a:lnTo>
                    <a:pt x="1460" y="848834"/>
                  </a:lnTo>
                  <a:lnTo>
                    <a:pt x="0" y="8001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664067" y="4857064"/>
            <a:ext cx="735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g</a:t>
            </a:r>
            <a:r>
              <a:rPr sz="2400" spc="-10" dirty="0">
                <a:latin typeface="Arial MT"/>
                <a:cs typeface="Arial MT"/>
              </a:rPr>
              <a:t>h</a:t>
            </a:r>
            <a:r>
              <a:rPr sz="2400" dirty="0">
                <a:latin typeface="Arial MT"/>
                <a:cs typeface="Arial MT"/>
              </a:rPr>
              <a:t>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91283" y="3244595"/>
            <a:ext cx="2575560" cy="1647825"/>
            <a:chOff x="1891283" y="3244595"/>
            <a:chExt cx="2575560" cy="1647825"/>
          </a:xfrm>
        </p:grpSpPr>
        <p:sp>
          <p:nvSpPr>
            <p:cNvPr id="14" name="object 14"/>
            <p:cNvSpPr/>
            <p:nvPr/>
          </p:nvSpPr>
          <p:spPr>
            <a:xfrm>
              <a:off x="1904999" y="3276599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44F7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5761" y="3259073"/>
              <a:ext cx="2546985" cy="1618615"/>
            </a:xfrm>
            <a:custGeom>
              <a:avLst/>
              <a:gdLst/>
              <a:ahLst/>
              <a:cxnLst/>
              <a:rect l="l" t="t" r="r" b="b"/>
              <a:pathLst>
                <a:path w="2546985" h="1618614">
                  <a:moveTo>
                    <a:pt x="946404" y="800100"/>
                  </a:moveTo>
                  <a:lnTo>
                    <a:pt x="947864" y="751365"/>
                  </a:lnTo>
                  <a:lnTo>
                    <a:pt x="952189" y="703402"/>
                  </a:lnTo>
                  <a:lnTo>
                    <a:pt x="959296" y="656294"/>
                  </a:lnTo>
                  <a:lnTo>
                    <a:pt x="969100" y="610125"/>
                  </a:lnTo>
                  <a:lnTo>
                    <a:pt x="981518" y="564979"/>
                  </a:lnTo>
                  <a:lnTo>
                    <a:pt x="996466" y="520939"/>
                  </a:lnTo>
                  <a:lnTo>
                    <a:pt x="1013860" y="478089"/>
                  </a:lnTo>
                  <a:lnTo>
                    <a:pt x="1033616" y="436514"/>
                  </a:lnTo>
                  <a:lnTo>
                    <a:pt x="1055652" y="396296"/>
                  </a:lnTo>
                  <a:lnTo>
                    <a:pt x="1079882" y="357520"/>
                  </a:lnTo>
                  <a:lnTo>
                    <a:pt x="1106224" y="320268"/>
                  </a:lnTo>
                  <a:lnTo>
                    <a:pt x="1134593" y="284626"/>
                  </a:lnTo>
                  <a:lnTo>
                    <a:pt x="1164907" y="250676"/>
                  </a:lnTo>
                  <a:lnTo>
                    <a:pt x="1197080" y="218503"/>
                  </a:lnTo>
                  <a:lnTo>
                    <a:pt x="1231030" y="188189"/>
                  </a:lnTo>
                  <a:lnTo>
                    <a:pt x="1266672" y="159820"/>
                  </a:lnTo>
                  <a:lnTo>
                    <a:pt x="1303924" y="133478"/>
                  </a:lnTo>
                  <a:lnTo>
                    <a:pt x="1342700" y="109248"/>
                  </a:lnTo>
                  <a:lnTo>
                    <a:pt x="1382918" y="87212"/>
                  </a:lnTo>
                  <a:lnTo>
                    <a:pt x="1424493" y="67456"/>
                  </a:lnTo>
                  <a:lnTo>
                    <a:pt x="1467343" y="50062"/>
                  </a:lnTo>
                  <a:lnTo>
                    <a:pt x="1511383" y="35114"/>
                  </a:lnTo>
                  <a:lnTo>
                    <a:pt x="1556529" y="22696"/>
                  </a:lnTo>
                  <a:lnTo>
                    <a:pt x="1602698" y="12892"/>
                  </a:lnTo>
                  <a:lnTo>
                    <a:pt x="1649806" y="5785"/>
                  </a:lnTo>
                  <a:lnTo>
                    <a:pt x="1697769" y="1460"/>
                  </a:lnTo>
                  <a:lnTo>
                    <a:pt x="1746503" y="0"/>
                  </a:lnTo>
                  <a:lnTo>
                    <a:pt x="1795238" y="1460"/>
                  </a:lnTo>
                  <a:lnTo>
                    <a:pt x="1843201" y="5785"/>
                  </a:lnTo>
                  <a:lnTo>
                    <a:pt x="1890309" y="12892"/>
                  </a:lnTo>
                  <a:lnTo>
                    <a:pt x="1936478" y="22696"/>
                  </a:lnTo>
                  <a:lnTo>
                    <a:pt x="1981624" y="35114"/>
                  </a:lnTo>
                  <a:lnTo>
                    <a:pt x="2025664" y="50062"/>
                  </a:lnTo>
                  <a:lnTo>
                    <a:pt x="2068514" y="67456"/>
                  </a:lnTo>
                  <a:lnTo>
                    <a:pt x="2110089" y="87212"/>
                  </a:lnTo>
                  <a:lnTo>
                    <a:pt x="2150307" y="109248"/>
                  </a:lnTo>
                  <a:lnTo>
                    <a:pt x="2189083" y="133478"/>
                  </a:lnTo>
                  <a:lnTo>
                    <a:pt x="2226335" y="159820"/>
                  </a:lnTo>
                  <a:lnTo>
                    <a:pt x="2261977" y="188189"/>
                  </a:lnTo>
                  <a:lnTo>
                    <a:pt x="2295927" y="218503"/>
                  </a:lnTo>
                  <a:lnTo>
                    <a:pt x="2328100" y="250676"/>
                  </a:lnTo>
                  <a:lnTo>
                    <a:pt x="2358414" y="284626"/>
                  </a:lnTo>
                  <a:lnTo>
                    <a:pt x="2386783" y="320268"/>
                  </a:lnTo>
                  <a:lnTo>
                    <a:pt x="2413125" y="357520"/>
                  </a:lnTo>
                  <a:lnTo>
                    <a:pt x="2437355" y="396296"/>
                  </a:lnTo>
                  <a:lnTo>
                    <a:pt x="2459391" y="436514"/>
                  </a:lnTo>
                  <a:lnTo>
                    <a:pt x="2479147" y="478089"/>
                  </a:lnTo>
                  <a:lnTo>
                    <a:pt x="2496541" y="520939"/>
                  </a:lnTo>
                  <a:lnTo>
                    <a:pt x="2511489" y="564979"/>
                  </a:lnTo>
                  <a:lnTo>
                    <a:pt x="2523907" y="610125"/>
                  </a:lnTo>
                  <a:lnTo>
                    <a:pt x="2533711" y="656294"/>
                  </a:lnTo>
                  <a:lnTo>
                    <a:pt x="2540818" y="703402"/>
                  </a:lnTo>
                  <a:lnTo>
                    <a:pt x="2545143" y="751365"/>
                  </a:lnTo>
                  <a:lnTo>
                    <a:pt x="2546604" y="800100"/>
                  </a:lnTo>
                  <a:lnTo>
                    <a:pt x="2545143" y="848834"/>
                  </a:lnTo>
                  <a:lnTo>
                    <a:pt x="2540818" y="896797"/>
                  </a:lnTo>
                  <a:lnTo>
                    <a:pt x="2533711" y="943905"/>
                  </a:lnTo>
                  <a:lnTo>
                    <a:pt x="2523907" y="990074"/>
                  </a:lnTo>
                  <a:lnTo>
                    <a:pt x="2511489" y="1035220"/>
                  </a:lnTo>
                  <a:lnTo>
                    <a:pt x="2496541" y="1079260"/>
                  </a:lnTo>
                  <a:lnTo>
                    <a:pt x="2479147" y="1122110"/>
                  </a:lnTo>
                  <a:lnTo>
                    <a:pt x="2459391" y="1163685"/>
                  </a:lnTo>
                  <a:lnTo>
                    <a:pt x="2437355" y="1203903"/>
                  </a:lnTo>
                  <a:lnTo>
                    <a:pt x="2413125" y="1242679"/>
                  </a:lnTo>
                  <a:lnTo>
                    <a:pt x="2386783" y="1279931"/>
                  </a:lnTo>
                  <a:lnTo>
                    <a:pt x="2358414" y="1315573"/>
                  </a:lnTo>
                  <a:lnTo>
                    <a:pt x="2328100" y="1349523"/>
                  </a:lnTo>
                  <a:lnTo>
                    <a:pt x="2295927" y="1381696"/>
                  </a:lnTo>
                  <a:lnTo>
                    <a:pt x="2261977" y="1412010"/>
                  </a:lnTo>
                  <a:lnTo>
                    <a:pt x="2226335" y="1440379"/>
                  </a:lnTo>
                  <a:lnTo>
                    <a:pt x="2189083" y="1466721"/>
                  </a:lnTo>
                  <a:lnTo>
                    <a:pt x="2150307" y="1490951"/>
                  </a:lnTo>
                  <a:lnTo>
                    <a:pt x="2110089" y="1512987"/>
                  </a:lnTo>
                  <a:lnTo>
                    <a:pt x="2068514" y="1532743"/>
                  </a:lnTo>
                  <a:lnTo>
                    <a:pt x="2025664" y="1550137"/>
                  </a:lnTo>
                  <a:lnTo>
                    <a:pt x="1981624" y="1565085"/>
                  </a:lnTo>
                  <a:lnTo>
                    <a:pt x="1936478" y="1577503"/>
                  </a:lnTo>
                  <a:lnTo>
                    <a:pt x="1890309" y="1587307"/>
                  </a:lnTo>
                  <a:lnTo>
                    <a:pt x="1843201" y="1594414"/>
                  </a:lnTo>
                  <a:lnTo>
                    <a:pt x="1795238" y="1598739"/>
                  </a:lnTo>
                  <a:lnTo>
                    <a:pt x="1746503" y="1600200"/>
                  </a:lnTo>
                  <a:lnTo>
                    <a:pt x="1697769" y="1598739"/>
                  </a:lnTo>
                  <a:lnTo>
                    <a:pt x="1649806" y="1594414"/>
                  </a:lnTo>
                  <a:lnTo>
                    <a:pt x="1602698" y="1587307"/>
                  </a:lnTo>
                  <a:lnTo>
                    <a:pt x="1556529" y="1577503"/>
                  </a:lnTo>
                  <a:lnTo>
                    <a:pt x="1511383" y="1565085"/>
                  </a:lnTo>
                  <a:lnTo>
                    <a:pt x="1467343" y="1550137"/>
                  </a:lnTo>
                  <a:lnTo>
                    <a:pt x="1424493" y="1532743"/>
                  </a:lnTo>
                  <a:lnTo>
                    <a:pt x="1382918" y="1512987"/>
                  </a:lnTo>
                  <a:lnTo>
                    <a:pt x="1342700" y="1490951"/>
                  </a:lnTo>
                  <a:lnTo>
                    <a:pt x="1303924" y="1466721"/>
                  </a:lnTo>
                  <a:lnTo>
                    <a:pt x="1266672" y="1440379"/>
                  </a:lnTo>
                  <a:lnTo>
                    <a:pt x="1231030" y="1412010"/>
                  </a:lnTo>
                  <a:lnTo>
                    <a:pt x="1197080" y="1381696"/>
                  </a:lnTo>
                  <a:lnTo>
                    <a:pt x="1164907" y="1349523"/>
                  </a:lnTo>
                  <a:lnTo>
                    <a:pt x="1134593" y="1315573"/>
                  </a:lnTo>
                  <a:lnTo>
                    <a:pt x="1106224" y="1279931"/>
                  </a:lnTo>
                  <a:lnTo>
                    <a:pt x="1079882" y="1242679"/>
                  </a:lnTo>
                  <a:lnTo>
                    <a:pt x="1055652" y="1203903"/>
                  </a:lnTo>
                  <a:lnTo>
                    <a:pt x="1033616" y="1163685"/>
                  </a:lnTo>
                  <a:lnTo>
                    <a:pt x="1013860" y="1122110"/>
                  </a:lnTo>
                  <a:lnTo>
                    <a:pt x="996466" y="1079260"/>
                  </a:lnTo>
                  <a:lnTo>
                    <a:pt x="981518" y="1035220"/>
                  </a:lnTo>
                  <a:lnTo>
                    <a:pt x="969100" y="990074"/>
                  </a:lnTo>
                  <a:lnTo>
                    <a:pt x="959296" y="943905"/>
                  </a:lnTo>
                  <a:lnTo>
                    <a:pt x="952189" y="896797"/>
                  </a:lnTo>
                  <a:lnTo>
                    <a:pt x="947864" y="848834"/>
                  </a:lnTo>
                  <a:lnTo>
                    <a:pt x="946404" y="800100"/>
                  </a:lnTo>
                  <a:close/>
                </a:path>
                <a:path w="2546985" h="1618614">
                  <a:moveTo>
                    <a:pt x="0" y="818388"/>
                  </a:moveTo>
                  <a:lnTo>
                    <a:pt x="1460" y="769653"/>
                  </a:lnTo>
                  <a:lnTo>
                    <a:pt x="5785" y="721690"/>
                  </a:lnTo>
                  <a:lnTo>
                    <a:pt x="12892" y="674582"/>
                  </a:lnTo>
                  <a:lnTo>
                    <a:pt x="22696" y="628413"/>
                  </a:lnTo>
                  <a:lnTo>
                    <a:pt x="35114" y="583267"/>
                  </a:lnTo>
                  <a:lnTo>
                    <a:pt x="50062" y="539227"/>
                  </a:lnTo>
                  <a:lnTo>
                    <a:pt x="67456" y="496377"/>
                  </a:lnTo>
                  <a:lnTo>
                    <a:pt x="87212" y="454802"/>
                  </a:lnTo>
                  <a:lnTo>
                    <a:pt x="109248" y="414584"/>
                  </a:lnTo>
                  <a:lnTo>
                    <a:pt x="133478" y="375808"/>
                  </a:lnTo>
                  <a:lnTo>
                    <a:pt x="159820" y="338556"/>
                  </a:lnTo>
                  <a:lnTo>
                    <a:pt x="188189" y="302914"/>
                  </a:lnTo>
                  <a:lnTo>
                    <a:pt x="218503" y="268964"/>
                  </a:lnTo>
                  <a:lnTo>
                    <a:pt x="250676" y="236791"/>
                  </a:lnTo>
                  <a:lnTo>
                    <a:pt x="284626" y="206477"/>
                  </a:lnTo>
                  <a:lnTo>
                    <a:pt x="320268" y="178108"/>
                  </a:lnTo>
                  <a:lnTo>
                    <a:pt x="357520" y="151766"/>
                  </a:lnTo>
                  <a:lnTo>
                    <a:pt x="396296" y="127536"/>
                  </a:lnTo>
                  <a:lnTo>
                    <a:pt x="436514" y="105500"/>
                  </a:lnTo>
                  <a:lnTo>
                    <a:pt x="478089" y="85744"/>
                  </a:lnTo>
                  <a:lnTo>
                    <a:pt x="520939" y="68350"/>
                  </a:lnTo>
                  <a:lnTo>
                    <a:pt x="564979" y="53402"/>
                  </a:lnTo>
                  <a:lnTo>
                    <a:pt x="610125" y="40984"/>
                  </a:lnTo>
                  <a:lnTo>
                    <a:pt x="656294" y="31180"/>
                  </a:lnTo>
                  <a:lnTo>
                    <a:pt x="703402" y="24073"/>
                  </a:lnTo>
                  <a:lnTo>
                    <a:pt x="751365" y="19748"/>
                  </a:lnTo>
                  <a:lnTo>
                    <a:pt x="800100" y="18287"/>
                  </a:lnTo>
                  <a:lnTo>
                    <a:pt x="848834" y="19748"/>
                  </a:lnTo>
                  <a:lnTo>
                    <a:pt x="896797" y="24073"/>
                  </a:lnTo>
                  <a:lnTo>
                    <a:pt x="943905" y="31180"/>
                  </a:lnTo>
                  <a:lnTo>
                    <a:pt x="990074" y="40984"/>
                  </a:lnTo>
                  <a:lnTo>
                    <a:pt x="1035220" y="53402"/>
                  </a:lnTo>
                  <a:lnTo>
                    <a:pt x="1079260" y="68350"/>
                  </a:lnTo>
                  <a:lnTo>
                    <a:pt x="1122110" y="85744"/>
                  </a:lnTo>
                  <a:lnTo>
                    <a:pt x="1163685" y="105500"/>
                  </a:lnTo>
                  <a:lnTo>
                    <a:pt x="1203903" y="127536"/>
                  </a:lnTo>
                  <a:lnTo>
                    <a:pt x="1242679" y="151766"/>
                  </a:lnTo>
                  <a:lnTo>
                    <a:pt x="1279931" y="178108"/>
                  </a:lnTo>
                  <a:lnTo>
                    <a:pt x="1315573" y="206477"/>
                  </a:lnTo>
                  <a:lnTo>
                    <a:pt x="1349523" y="236791"/>
                  </a:lnTo>
                  <a:lnTo>
                    <a:pt x="1381696" y="268964"/>
                  </a:lnTo>
                  <a:lnTo>
                    <a:pt x="1412010" y="302914"/>
                  </a:lnTo>
                  <a:lnTo>
                    <a:pt x="1440379" y="338556"/>
                  </a:lnTo>
                  <a:lnTo>
                    <a:pt x="1466721" y="375808"/>
                  </a:lnTo>
                  <a:lnTo>
                    <a:pt x="1490951" y="414584"/>
                  </a:lnTo>
                  <a:lnTo>
                    <a:pt x="1512987" y="454802"/>
                  </a:lnTo>
                  <a:lnTo>
                    <a:pt x="1532743" y="496377"/>
                  </a:lnTo>
                  <a:lnTo>
                    <a:pt x="1550137" y="539227"/>
                  </a:lnTo>
                  <a:lnTo>
                    <a:pt x="1565085" y="583267"/>
                  </a:lnTo>
                  <a:lnTo>
                    <a:pt x="1577503" y="628413"/>
                  </a:lnTo>
                  <a:lnTo>
                    <a:pt x="1587307" y="674582"/>
                  </a:lnTo>
                  <a:lnTo>
                    <a:pt x="1594414" y="721690"/>
                  </a:lnTo>
                  <a:lnTo>
                    <a:pt x="1598739" y="769653"/>
                  </a:lnTo>
                  <a:lnTo>
                    <a:pt x="1600200" y="818388"/>
                  </a:lnTo>
                  <a:lnTo>
                    <a:pt x="1598739" y="867122"/>
                  </a:lnTo>
                  <a:lnTo>
                    <a:pt x="1594414" y="915085"/>
                  </a:lnTo>
                  <a:lnTo>
                    <a:pt x="1587307" y="962193"/>
                  </a:lnTo>
                  <a:lnTo>
                    <a:pt x="1577503" y="1008362"/>
                  </a:lnTo>
                  <a:lnTo>
                    <a:pt x="1565085" y="1053508"/>
                  </a:lnTo>
                  <a:lnTo>
                    <a:pt x="1550137" y="1097548"/>
                  </a:lnTo>
                  <a:lnTo>
                    <a:pt x="1532743" y="1140398"/>
                  </a:lnTo>
                  <a:lnTo>
                    <a:pt x="1512987" y="1181973"/>
                  </a:lnTo>
                  <a:lnTo>
                    <a:pt x="1490951" y="1222191"/>
                  </a:lnTo>
                  <a:lnTo>
                    <a:pt x="1466721" y="1260967"/>
                  </a:lnTo>
                  <a:lnTo>
                    <a:pt x="1440379" y="1298219"/>
                  </a:lnTo>
                  <a:lnTo>
                    <a:pt x="1412010" y="1333861"/>
                  </a:lnTo>
                  <a:lnTo>
                    <a:pt x="1381696" y="1367811"/>
                  </a:lnTo>
                  <a:lnTo>
                    <a:pt x="1349523" y="1399984"/>
                  </a:lnTo>
                  <a:lnTo>
                    <a:pt x="1315573" y="1430298"/>
                  </a:lnTo>
                  <a:lnTo>
                    <a:pt x="1279931" y="1458667"/>
                  </a:lnTo>
                  <a:lnTo>
                    <a:pt x="1242679" y="1485009"/>
                  </a:lnTo>
                  <a:lnTo>
                    <a:pt x="1203903" y="1509239"/>
                  </a:lnTo>
                  <a:lnTo>
                    <a:pt x="1163685" y="1531275"/>
                  </a:lnTo>
                  <a:lnTo>
                    <a:pt x="1122110" y="1551031"/>
                  </a:lnTo>
                  <a:lnTo>
                    <a:pt x="1079260" y="1568425"/>
                  </a:lnTo>
                  <a:lnTo>
                    <a:pt x="1035220" y="1583373"/>
                  </a:lnTo>
                  <a:lnTo>
                    <a:pt x="990074" y="1595791"/>
                  </a:lnTo>
                  <a:lnTo>
                    <a:pt x="943905" y="1605595"/>
                  </a:lnTo>
                  <a:lnTo>
                    <a:pt x="896797" y="1612702"/>
                  </a:lnTo>
                  <a:lnTo>
                    <a:pt x="848834" y="1617027"/>
                  </a:lnTo>
                  <a:lnTo>
                    <a:pt x="800100" y="1618488"/>
                  </a:lnTo>
                  <a:lnTo>
                    <a:pt x="751365" y="1617027"/>
                  </a:lnTo>
                  <a:lnTo>
                    <a:pt x="703402" y="1612702"/>
                  </a:lnTo>
                  <a:lnTo>
                    <a:pt x="656294" y="1605595"/>
                  </a:lnTo>
                  <a:lnTo>
                    <a:pt x="610125" y="1595791"/>
                  </a:lnTo>
                  <a:lnTo>
                    <a:pt x="564979" y="1583373"/>
                  </a:lnTo>
                  <a:lnTo>
                    <a:pt x="520939" y="1568425"/>
                  </a:lnTo>
                  <a:lnTo>
                    <a:pt x="478089" y="1551031"/>
                  </a:lnTo>
                  <a:lnTo>
                    <a:pt x="436514" y="1531275"/>
                  </a:lnTo>
                  <a:lnTo>
                    <a:pt x="396296" y="1509239"/>
                  </a:lnTo>
                  <a:lnTo>
                    <a:pt x="357520" y="1485009"/>
                  </a:lnTo>
                  <a:lnTo>
                    <a:pt x="320268" y="1458667"/>
                  </a:lnTo>
                  <a:lnTo>
                    <a:pt x="284626" y="1430298"/>
                  </a:lnTo>
                  <a:lnTo>
                    <a:pt x="250676" y="1399984"/>
                  </a:lnTo>
                  <a:lnTo>
                    <a:pt x="218503" y="1367811"/>
                  </a:lnTo>
                  <a:lnTo>
                    <a:pt x="188189" y="1333861"/>
                  </a:lnTo>
                  <a:lnTo>
                    <a:pt x="159820" y="1298219"/>
                  </a:lnTo>
                  <a:lnTo>
                    <a:pt x="133478" y="1260967"/>
                  </a:lnTo>
                  <a:lnTo>
                    <a:pt x="109248" y="1222191"/>
                  </a:lnTo>
                  <a:lnTo>
                    <a:pt x="87212" y="1181973"/>
                  </a:lnTo>
                  <a:lnTo>
                    <a:pt x="67456" y="1140398"/>
                  </a:lnTo>
                  <a:lnTo>
                    <a:pt x="50062" y="1097548"/>
                  </a:lnTo>
                  <a:lnTo>
                    <a:pt x="35114" y="1053508"/>
                  </a:lnTo>
                  <a:lnTo>
                    <a:pt x="22696" y="1008362"/>
                  </a:lnTo>
                  <a:lnTo>
                    <a:pt x="12892" y="962193"/>
                  </a:lnTo>
                  <a:lnTo>
                    <a:pt x="5785" y="915085"/>
                  </a:lnTo>
                  <a:lnTo>
                    <a:pt x="1460" y="867122"/>
                  </a:lnTo>
                  <a:lnTo>
                    <a:pt x="0" y="818388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24682" y="4901945"/>
            <a:ext cx="534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9208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Outer</a:t>
            </a:r>
            <a:r>
              <a:rPr spc="-65" dirty="0"/>
              <a:t> </a:t>
            </a:r>
            <a:r>
              <a:rPr dirty="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0258"/>
            <a:ext cx="9829800" cy="6337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380"/>
              </a:spcBef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dirty="0">
                <a:latin typeface="Calibri"/>
                <a:cs typeface="Calibri"/>
              </a:rPr>
              <a:t>Inner </a:t>
            </a:r>
            <a:r>
              <a:rPr sz="2100" spc="-5" dirty="0">
                <a:latin typeface="Calibri"/>
                <a:cs typeface="Calibri"/>
              </a:rPr>
              <a:t>joins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returned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only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matching</a:t>
            </a:r>
            <a:r>
              <a:rPr sz="2100" spc="-20" dirty="0">
                <a:latin typeface="Calibri"/>
                <a:cs typeface="Calibri"/>
              </a:rPr>
              <a:t> rows.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When </a:t>
            </a:r>
            <a:r>
              <a:rPr sz="2100" spc="-15" dirty="0">
                <a:latin typeface="Calibri"/>
                <a:cs typeface="Calibri"/>
              </a:rPr>
              <a:t>you</a:t>
            </a:r>
            <a:r>
              <a:rPr sz="2100" spc="-5" dirty="0">
                <a:latin typeface="Calibri"/>
                <a:cs typeface="Calibri"/>
              </a:rPr>
              <a:t> join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tables,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you</a:t>
            </a:r>
            <a:r>
              <a:rPr sz="2100" spc="-5" dirty="0">
                <a:latin typeface="Calibri"/>
                <a:cs typeface="Calibri"/>
              </a:rPr>
              <a:t> might </a:t>
            </a:r>
            <a:r>
              <a:rPr sz="2100" spc="-10" dirty="0">
                <a:latin typeface="Calibri"/>
                <a:cs typeface="Calibri"/>
              </a:rPr>
              <a:t>want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include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nonmatching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rows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well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5" dirty="0">
                <a:latin typeface="Calibri"/>
                <a:cs typeface="Calibri"/>
              </a:rPr>
              <a:t> matching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rows.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9208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Outer</a:t>
            </a:r>
            <a:r>
              <a:rPr spc="-65" dirty="0"/>
              <a:t> </a:t>
            </a:r>
            <a:r>
              <a:rPr dirty="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7117" y="1386332"/>
            <a:ext cx="7647305" cy="15773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380"/>
              </a:spcBef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spc="-55" dirty="0">
                <a:latin typeface="Calibri"/>
                <a:cs typeface="Calibri"/>
              </a:rPr>
              <a:t>You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can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retrieve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both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nonmatching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matching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rows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using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outer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join.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2350">
              <a:latin typeface="Calibri"/>
              <a:cs typeface="Calibri"/>
            </a:endParaRPr>
          </a:p>
          <a:p>
            <a:pPr marL="12700" marR="485775">
              <a:lnSpc>
                <a:spcPts val="2270"/>
              </a:lnSpc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spc="-5" dirty="0">
                <a:latin typeface="Calibri"/>
                <a:cs typeface="Calibri"/>
              </a:rPr>
              <a:t>Outer joins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include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left,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full, and right outer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joins.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Outer joins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can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process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only two tables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at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time.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15840" y="3215639"/>
            <a:ext cx="2540635" cy="1635760"/>
            <a:chOff x="4815840" y="3215639"/>
            <a:chExt cx="2540635" cy="1635760"/>
          </a:xfrm>
        </p:grpSpPr>
        <p:sp>
          <p:nvSpPr>
            <p:cNvPr id="5" name="object 5"/>
            <p:cNvSpPr/>
            <p:nvPr/>
          </p:nvSpPr>
          <p:spPr>
            <a:xfrm>
              <a:off x="4829556" y="3235451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44F7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41670" y="3236213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30318" y="3230117"/>
              <a:ext cx="2512060" cy="1606550"/>
            </a:xfrm>
            <a:custGeom>
              <a:avLst/>
              <a:gdLst/>
              <a:ahLst/>
              <a:cxnLst/>
              <a:rect l="l" t="t" r="r" b="b"/>
              <a:pathLst>
                <a:path w="2512059" h="1606550">
                  <a:moveTo>
                    <a:pt x="911352" y="806196"/>
                  </a:moveTo>
                  <a:lnTo>
                    <a:pt x="912812" y="757461"/>
                  </a:lnTo>
                  <a:lnTo>
                    <a:pt x="917137" y="709498"/>
                  </a:lnTo>
                  <a:lnTo>
                    <a:pt x="924244" y="662390"/>
                  </a:lnTo>
                  <a:lnTo>
                    <a:pt x="934048" y="616221"/>
                  </a:lnTo>
                  <a:lnTo>
                    <a:pt x="946466" y="571075"/>
                  </a:lnTo>
                  <a:lnTo>
                    <a:pt x="961414" y="527035"/>
                  </a:lnTo>
                  <a:lnTo>
                    <a:pt x="978808" y="484185"/>
                  </a:lnTo>
                  <a:lnTo>
                    <a:pt x="998564" y="442610"/>
                  </a:lnTo>
                  <a:lnTo>
                    <a:pt x="1020600" y="402392"/>
                  </a:lnTo>
                  <a:lnTo>
                    <a:pt x="1044830" y="363616"/>
                  </a:lnTo>
                  <a:lnTo>
                    <a:pt x="1071172" y="326364"/>
                  </a:lnTo>
                  <a:lnTo>
                    <a:pt x="1099541" y="290722"/>
                  </a:lnTo>
                  <a:lnTo>
                    <a:pt x="1129855" y="256772"/>
                  </a:lnTo>
                  <a:lnTo>
                    <a:pt x="1162028" y="224599"/>
                  </a:lnTo>
                  <a:lnTo>
                    <a:pt x="1195978" y="194285"/>
                  </a:lnTo>
                  <a:lnTo>
                    <a:pt x="1231620" y="165916"/>
                  </a:lnTo>
                  <a:lnTo>
                    <a:pt x="1268872" y="139574"/>
                  </a:lnTo>
                  <a:lnTo>
                    <a:pt x="1307648" y="115344"/>
                  </a:lnTo>
                  <a:lnTo>
                    <a:pt x="1347866" y="93308"/>
                  </a:lnTo>
                  <a:lnTo>
                    <a:pt x="1389441" y="73552"/>
                  </a:lnTo>
                  <a:lnTo>
                    <a:pt x="1432291" y="56158"/>
                  </a:lnTo>
                  <a:lnTo>
                    <a:pt x="1476331" y="41210"/>
                  </a:lnTo>
                  <a:lnTo>
                    <a:pt x="1521477" y="28792"/>
                  </a:lnTo>
                  <a:lnTo>
                    <a:pt x="1567646" y="18988"/>
                  </a:lnTo>
                  <a:lnTo>
                    <a:pt x="1614754" y="11881"/>
                  </a:lnTo>
                  <a:lnTo>
                    <a:pt x="1662717" y="7556"/>
                  </a:lnTo>
                  <a:lnTo>
                    <a:pt x="1711452" y="6096"/>
                  </a:lnTo>
                  <a:lnTo>
                    <a:pt x="1760186" y="7556"/>
                  </a:lnTo>
                  <a:lnTo>
                    <a:pt x="1808149" y="11881"/>
                  </a:lnTo>
                  <a:lnTo>
                    <a:pt x="1855257" y="18988"/>
                  </a:lnTo>
                  <a:lnTo>
                    <a:pt x="1901426" y="28792"/>
                  </a:lnTo>
                  <a:lnTo>
                    <a:pt x="1946572" y="41210"/>
                  </a:lnTo>
                  <a:lnTo>
                    <a:pt x="1990612" y="56158"/>
                  </a:lnTo>
                  <a:lnTo>
                    <a:pt x="2033462" y="73552"/>
                  </a:lnTo>
                  <a:lnTo>
                    <a:pt x="2075037" y="93308"/>
                  </a:lnTo>
                  <a:lnTo>
                    <a:pt x="2115255" y="115344"/>
                  </a:lnTo>
                  <a:lnTo>
                    <a:pt x="2154031" y="139574"/>
                  </a:lnTo>
                  <a:lnTo>
                    <a:pt x="2191283" y="165916"/>
                  </a:lnTo>
                  <a:lnTo>
                    <a:pt x="2226925" y="194285"/>
                  </a:lnTo>
                  <a:lnTo>
                    <a:pt x="2260875" y="224599"/>
                  </a:lnTo>
                  <a:lnTo>
                    <a:pt x="2293048" y="256772"/>
                  </a:lnTo>
                  <a:lnTo>
                    <a:pt x="2323362" y="290722"/>
                  </a:lnTo>
                  <a:lnTo>
                    <a:pt x="2351731" y="326364"/>
                  </a:lnTo>
                  <a:lnTo>
                    <a:pt x="2378073" y="363616"/>
                  </a:lnTo>
                  <a:lnTo>
                    <a:pt x="2402303" y="402392"/>
                  </a:lnTo>
                  <a:lnTo>
                    <a:pt x="2424339" y="442610"/>
                  </a:lnTo>
                  <a:lnTo>
                    <a:pt x="2444095" y="484185"/>
                  </a:lnTo>
                  <a:lnTo>
                    <a:pt x="2461489" y="527035"/>
                  </a:lnTo>
                  <a:lnTo>
                    <a:pt x="2476437" y="571075"/>
                  </a:lnTo>
                  <a:lnTo>
                    <a:pt x="2488855" y="616221"/>
                  </a:lnTo>
                  <a:lnTo>
                    <a:pt x="2498659" y="662390"/>
                  </a:lnTo>
                  <a:lnTo>
                    <a:pt x="2505766" y="709498"/>
                  </a:lnTo>
                  <a:lnTo>
                    <a:pt x="2510091" y="757461"/>
                  </a:lnTo>
                  <a:lnTo>
                    <a:pt x="2511552" y="806196"/>
                  </a:lnTo>
                  <a:lnTo>
                    <a:pt x="2510091" y="854930"/>
                  </a:lnTo>
                  <a:lnTo>
                    <a:pt x="2505766" y="902893"/>
                  </a:lnTo>
                  <a:lnTo>
                    <a:pt x="2498659" y="950001"/>
                  </a:lnTo>
                  <a:lnTo>
                    <a:pt x="2488855" y="996170"/>
                  </a:lnTo>
                  <a:lnTo>
                    <a:pt x="2476437" y="1041316"/>
                  </a:lnTo>
                  <a:lnTo>
                    <a:pt x="2461489" y="1085356"/>
                  </a:lnTo>
                  <a:lnTo>
                    <a:pt x="2444095" y="1128206"/>
                  </a:lnTo>
                  <a:lnTo>
                    <a:pt x="2424339" y="1169781"/>
                  </a:lnTo>
                  <a:lnTo>
                    <a:pt x="2402303" y="1209999"/>
                  </a:lnTo>
                  <a:lnTo>
                    <a:pt x="2378073" y="1248775"/>
                  </a:lnTo>
                  <a:lnTo>
                    <a:pt x="2351731" y="1286027"/>
                  </a:lnTo>
                  <a:lnTo>
                    <a:pt x="2323362" y="1321669"/>
                  </a:lnTo>
                  <a:lnTo>
                    <a:pt x="2293048" y="1355619"/>
                  </a:lnTo>
                  <a:lnTo>
                    <a:pt x="2260875" y="1387792"/>
                  </a:lnTo>
                  <a:lnTo>
                    <a:pt x="2226925" y="1418106"/>
                  </a:lnTo>
                  <a:lnTo>
                    <a:pt x="2191283" y="1446475"/>
                  </a:lnTo>
                  <a:lnTo>
                    <a:pt x="2154031" y="1472817"/>
                  </a:lnTo>
                  <a:lnTo>
                    <a:pt x="2115255" y="1497047"/>
                  </a:lnTo>
                  <a:lnTo>
                    <a:pt x="2075037" y="1519083"/>
                  </a:lnTo>
                  <a:lnTo>
                    <a:pt x="2033462" y="1538839"/>
                  </a:lnTo>
                  <a:lnTo>
                    <a:pt x="1990612" y="1556233"/>
                  </a:lnTo>
                  <a:lnTo>
                    <a:pt x="1946572" y="1571181"/>
                  </a:lnTo>
                  <a:lnTo>
                    <a:pt x="1901426" y="1583599"/>
                  </a:lnTo>
                  <a:lnTo>
                    <a:pt x="1855257" y="1593403"/>
                  </a:lnTo>
                  <a:lnTo>
                    <a:pt x="1808149" y="1600510"/>
                  </a:lnTo>
                  <a:lnTo>
                    <a:pt x="1760186" y="1604835"/>
                  </a:lnTo>
                  <a:lnTo>
                    <a:pt x="1711452" y="1606296"/>
                  </a:lnTo>
                  <a:lnTo>
                    <a:pt x="1662717" y="1604835"/>
                  </a:lnTo>
                  <a:lnTo>
                    <a:pt x="1614754" y="1600510"/>
                  </a:lnTo>
                  <a:lnTo>
                    <a:pt x="1567646" y="1593403"/>
                  </a:lnTo>
                  <a:lnTo>
                    <a:pt x="1521477" y="1583599"/>
                  </a:lnTo>
                  <a:lnTo>
                    <a:pt x="1476331" y="1571181"/>
                  </a:lnTo>
                  <a:lnTo>
                    <a:pt x="1432291" y="1556233"/>
                  </a:lnTo>
                  <a:lnTo>
                    <a:pt x="1389441" y="1538839"/>
                  </a:lnTo>
                  <a:lnTo>
                    <a:pt x="1347866" y="1519083"/>
                  </a:lnTo>
                  <a:lnTo>
                    <a:pt x="1307648" y="1497047"/>
                  </a:lnTo>
                  <a:lnTo>
                    <a:pt x="1268872" y="1472817"/>
                  </a:lnTo>
                  <a:lnTo>
                    <a:pt x="1231620" y="1446475"/>
                  </a:lnTo>
                  <a:lnTo>
                    <a:pt x="1195978" y="1418106"/>
                  </a:lnTo>
                  <a:lnTo>
                    <a:pt x="1162028" y="1387792"/>
                  </a:lnTo>
                  <a:lnTo>
                    <a:pt x="1129855" y="1355619"/>
                  </a:lnTo>
                  <a:lnTo>
                    <a:pt x="1099541" y="1321669"/>
                  </a:lnTo>
                  <a:lnTo>
                    <a:pt x="1071172" y="1286027"/>
                  </a:lnTo>
                  <a:lnTo>
                    <a:pt x="1044830" y="1248775"/>
                  </a:lnTo>
                  <a:lnTo>
                    <a:pt x="1020600" y="1209999"/>
                  </a:lnTo>
                  <a:lnTo>
                    <a:pt x="998564" y="1169781"/>
                  </a:lnTo>
                  <a:lnTo>
                    <a:pt x="978808" y="1128206"/>
                  </a:lnTo>
                  <a:lnTo>
                    <a:pt x="961414" y="1085356"/>
                  </a:lnTo>
                  <a:lnTo>
                    <a:pt x="946466" y="1041316"/>
                  </a:lnTo>
                  <a:lnTo>
                    <a:pt x="934048" y="996170"/>
                  </a:lnTo>
                  <a:lnTo>
                    <a:pt x="924244" y="950001"/>
                  </a:lnTo>
                  <a:lnTo>
                    <a:pt x="917137" y="902893"/>
                  </a:lnTo>
                  <a:lnTo>
                    <a:pt x="912812" y="854930"/>
                  </a:lnTo>
                  <a:lnTo>
                    <a:pt x="911352" y="806196"/>
                  </a:lnTo>
                  <a:close/>
                </a:path>
                <a:path w="2512059" h="1606550">
                  <a:moveTo>
                    <a:pt x="0" y="800100"/>
                  </a:moveTo>
                  <a:lnTo>
                    <a:pt x="1460" y="751365"/>
                  </a:lnTo>
                  <a:lnTo>
                    <a:pt x="5785" y="703402"/>
                  </a:lnTo>
                  <a:lnTo>
                    <a:pt x="12892" y="656294"/>
                  </a:lnTo>
                  <a:lnTo>
                    <a:pt x="22696" y="610125"/>
                  </a:lnTo>
                  <a:lnTo>
                    <a:pt x="35114" y="564979"/>
                  </a:lnTo>
                  <a:lnTo>
                    <a:pt x="50062" y="520939"/>
                  </a:lnTo>
                  <a:lnTo>
                    <a:pt x="67456" y="478089"/>
                  </a:lnTo>
                  <a:lnTo>
                    <a:pt x="87212" y="436514"/>
                  </a:lnTo>
                  <a:lnTo>
                    <a:pt x="109248" y="396296"/>
                  </a:lnTo>
                  <a:lnTo>
                    <a:pt x="133478" y="357520"/>
                  </a:lnTo>
                  <a:lnTo>
                    <a:pt x="159820" y="320268"/>
                  </a:lnTo>
                  <a:lnTo>
                    <a:pt x="188189" y="284626"/>
                  </a:lnTo>
                  <a:lnTo>
                    <a:pt x="218503" y="250676"/>
                  </a:lnTo>
                  <a:lnTo>
                    <a:pt x="250676" y="218503"/>
                  </a:lnTo>
                  <a:lnTo>
                    <a:pt x="284626" y="188189"/>
                  </a:lnTo>
                  <a:lnTo>
                    <a:pt x="320268" y="159820"/>
                  </a:lnTo>
                  <a:lnTo>
                    <a:pt x="357520" y="133478"/>
                  </a:lnTo>
                  <a:lnTo>
                    <a:pt x="396296" y="109248"/>
                  </a:lnTo>
                  <a:lnTo>
                    <a:pt x="436514" y="87212"/>
                  </a:lnTo>
                  <a:lnTo>
                    <a:pt x="478089" y="67456"/>
                  </a:lnTo>
                  <a:lnTo>
                    <a:pt x="520939" y="50062"/>
                  </a:lnTo>
                  <a:lnTo>
                    <a:pt x="564979" y="35114"/>
                  </a:lnTo>
                  <a:lnTo>
                    <a:pt x="610125" y="22696"/>
                  </a:lnTo>
                  <a:lnTo>
                    <a:pt x="656294" y="12892"/>
                  </a:lnTo>
                  <a:lnTo>
                    <a:pt x="703402" y="5785"/>
                  </a:lnTo>
                  <a:lnTo>
                    <a:pt x="751365" y="1460"/>
                  </a:lnTo>
                  <a:lnTo>
                    <a:pt x="800100" y="0"/>
                  </a:lnTo>
                  <a:lnTo>
                    <a:pt x="848834" y="1460"/>
                  </a:lnTo>
                  <a:lnTo>
                    <a:pt x="896797" y="5785"/>
                  </a:lnTo>
                  <a:lnTo>
                    <a:pt x="943905" y="12892"/>
                  </a:lnTo>
                  <a:lnTo>
                    <a:pt x="990074" y="22696"/>
                  </a:lnTo>
                  <a:lnTo>
                    <a:pt x="1035220" y="35114"/>
                  </a:lnTo>
                  <a:lnTo>
                    <a:pt x="1079260" y="50062"/>
                  </a:lnTo>
                  <a:lnTo>
                    <a:pt x="1122110" y="67456"/>
                  </a:lnTo>
                  <a:lnTo>
                    <a:pt x="1163685" y="87212"/>
                  </a:lnTo>
                  <a:lnTo>
                    <a:pt x="1203903" y="109248"/>
                  </a:lnTo>
                  <a:lnTo>
                    <a:pt x="1242679" y="133478"/>
                  </a:lnTo>
                  <a:lnTo>
                    <a:pt x="1279931" y="159820"/>
                  </a:lnTo>
                  <a:lnTo>
                    <a:pt x="1315573" y="188189"/>
                  </a:lnTo>
                  <a:lnTo>
                    <a:pt x="1349523" y="218503"/>
                  </a:lnTo>
                  <a:lnTo>
                    <a:pt x="1381696" y="250676"/>
                  </a:lnTo>
                  <a:lnTo>
                    <a:pt x="1412010" y="284626"/>
                  </a:lnTo>
                  <a:lnTo>
                    <a:pt x="1440379" y="320268"/>
                  </a:lnTo>
                  <a:lnTo>
                    <a:pt x="1466721" y="357520"/>
                  </a:lnTo>
                  <a:lnTo>
                    <a:pt x="1490951" y="396296"/>
                  </a:lnTo>
                  <a:lnTo>
                    <a:pt x="1512987" y="436514"/>
                  </a:lnTo>
                  <a:lnTo>
                    <a:pt x="1532743" y="478089"/>
                  </a:lnTo>
                  <a:lnTo>
                    <a:pt x="1550137" y="520939"/>
                  </a:lnTo>
                  <a:lnTo>
                    <a:pt x="1565085" y="564979"/>
                  </a:lnTo>
                  <a:lnTo>
                    <a:pt x="1577503" y="610125"/>
                  </a:lnTo>
                  <a:lnTo>
                    <a:pt x="1587307" y="656294"/>
                  </a:lnTo>
                  <a:lnTo>
                    <a:pt x="1594414" y="703402"/>
                  </a:lnTo>
                  <a:lnTo>
                    <a:pt x="1598739" y="751365"/>
                  </a:lnTo>
                  <a:lnTo>
                    <a:pt x="1600200" y="800100"/>
                  </a:lnTo>
                  <a:lnTo>
                    <a:pt x="1598739" y="848834"/>
                  </a:lnTo>
                  <a:lnTo>
                    <a:pt x="1594414" y="896797"/>
                  </a:lnTo>
                  <a:lnTo>
                    <a:pt x="1587307" y="943905"/>
                  </a:lnTo>
                  <a:lnTo>
                    <a:pt x="1577503" y="990074"/>
                  </a:lnTo>
                  <a:lnTo>
                    <a:pt x="1565085" y="1035220"/>
                  </a:lnTo>
                  <a:lnTo>
                    <a:pt x="1550137" y="1079260"/>
                  </a:lnTo>
                  <a:lnTo>
                    <a:pt x="1532743" y="1122110"/>
                  </a:lnTo>
                  <a:lnTo>
                    <a:pt x="1512987" y="1163685"/>
                  </a:lnTo>
                  <a:lnTo>
                    <a:pt x="1490951" y="1203903"/>
                  </a:lnTo>
                  <a:lnTo>
                    <a:pt x="1466721" y="1242679"/>
                  </a:lnTo>
                  <a:lnTo>
                    <a:pt x="1440379" y="1279931"/>
                  </a:lnTo>
                  <a:lnTo>
                    <a:pt x="1412010" y="1315573"/>
                  </a:lnTo>
                  <a:lnTo>
                    <a:pt x="1381696" y="1349523"/>
                  </a:lnTo>
                  <a:lnTo>
                    <a:pt x="1349523" y="1381696"/>
                  </a:lnTo>
                  <a:lnTo>
                    <a:pt x="1315573" y="1412010"/>
                  </a:lnTo>
                  <a:lnTo>
                    <a:pt x="1279931" y="1440379"/>
                  </a:lnTo>
                  <a:lnTo>
                    <a:pt x="1242679" y="1466721"/>
                  </a:lnTo>
                  <a:lnTo>
                    <a:pt x="1203903" y="1490951"/>
                  </a:lnTo>
                  <a:lnTo>
                    <a:pt x="1163685" y="1512987"/>
                  </a:lnTo>
                  <a:lnTo>
                    <a:pt x="1122110" y="1532743"/>
                  </a:lnTo>
                  <a:lnTo>
                    <a:pt x="1079260" y="1550137"/>
                  </a:lnTo>
                  <a:lnTo>
                    <a:pt x="1035220" y="1565085"/>
                  </a:lnTo>
                  <a:lnTo>
                    <a:pt x="990074" y="1577503"/>
                  </a:lnTo>
                  <a:lnTo>
                    <a:pt x="943905" y="1587307"/>
                  </a:lnTo>
                  <a:lnTo>
                    <a:pt x="896797" y="1594414"/>
                  </a:lnTo>
                  <a:lnTo>
                    <a:pt x="848834" y="1598739"/>
                  </a:lnTo>
                  <a:lnTo>
                    <a:pt x="800100" y="1600200"/>
                  </a:lnTo>
                  <a:lnTo>
                    <a:pt x="751365" y="1598739"/>
                  </a:lnTo>
                  <a:lnTo>
                    <a:pt x="703402" y="1594414"/>
                  </a:lnTo>
                  <a:lnTo>
                    <a:pt x="656294" y="1587307"/>
                  </a:lnTo>
                  <a:lnTo>
                    <a:pt x="610125" y="1577503"/>
                  </a:lnTo>
                  <a:lnTo>
                    <a:pt x="564979" y="1565085"/>
                  </a:lnTo>
                  <a:lnTo>
                    <a:pt x="520939" y="1550137"/>
                  </a:lnTo>
                  <a:lnTo>
                    <a:pt x="478089" y="1532743"/>
                  </a:lnTo>
                  <a:lnTo>
                    <a:pt x="436514" y="1512987"/>
                  </a:lnTo>
                  <a:lnTo>
                    <a:pt x="396296" y="1490951"/>
                  </a:lnTo>
                  <a:lnTo>
                    <a:pt x="357520" y="1466721"/>
                  </a:lnTo>
                  <a:lnTo>
                    <a:pt x="320268" y="1440379"/>
                  </a:lnTo>
                  <a:lnTo>
                    <a:pt x="284626" y="1412010"/>
                  </a:lnTo>
                  <a:lnTo>
                    <a:pt x="250676" y="1381696"/>
                  </a:lnTo>
                  <a:lnTo>
                    <a:pt x="218503" y="1349523"/>
                  </a:lnTo>
                  <a:lnTo>
                    <a:pt x="188189" y="1315573"/>
                  </a:lnTo>
                  <a:lnTo>
                    <a:pt x="159820" y="1279931"/>
                  </a:lnTo>
                  <a:lnTo>
                    <a:pt x="133478" y="1242679"/>
                  </a:lnTo>
                  <a:lnTo>
                    <a:pt x="109248" y="1203903"/>
                  </a:lnTo>
                  <a:lnTo>
                    <a:pt x="87212" y="1163685"/>
                  </a:lnTo>
                  <a:lnTo>
                    <a:pt x="67456" y="1122110"/>
                  </a:lnTo>
                  <a:lnTo>
                    <a:pt x="50062" y="1079260"/>
                  </a:lnTo>
                  <a:lnTo>
                    <a:pt x="35114" y="1035220"/>
                  </a:lnTo>
                  <a:lnTo>
                    <a:pt x="22696" y="990074"/>
                  </a:lnTo>
                  <a:lnTo>
                    <a:pt x="12892" y="943905"/>
                  </a:lnTo>
                  <a:lnTo>
                    <a:pt x="5785" y="896797"/>
                  </a:lnTo>
                  <a:lnTo>
                    <a:pt x="1460" y="848834"/>
                  </a:lnTo>
                  <a:lnTo>
                    <a:pt x="0" y="8001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25490" y="4862321"/>
            <a:ext cx="51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Fu</a:t>
            </a:r>
            <a:r>
              <a:rPr sz="2400" spc="-15" dirty="0">
                <a:latin typeface="Arial MT"/>
                <a:cs typeface="Arial MT"/>
              </a:rPr>
              <a:t>l</a:t>
            </a:r>
            <a:r>
              <a:rPr sz="2400" spc="-5" dirty="0">
                <a:latin typeface="Arial MT"/>
                <a:cs typeface="Arial MT"/>
              </a:rPr>
              <a:t>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96783" y="3183635"/>
            <a:ext cx="2479675" cy="1629410"/>
            <a:chOff x="7796783" y="3183635"/>
            <a:chExt cx="2479675" cy="1629410"/>
          </a:xfrm>
        </p:grpSpPr>
        <p:sp>
          <p:nvSpPr>
            <p:cNvPr id="10" name="object 10"/>
            <p:cNvSpPr/>
            <p:nvPr/>
          </p:nvSpPr>
          <p:spPr>
            <a:xfrm>
              <a:off x="8661653" y="3198113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9CC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11261" y="3198113"/>
              <a:ext cx="2451100" cy="1600200"/>
            </a:xfrm>
            <a:custGeom>
              <a:avLst/>
              <a:gdLst/>
              <a:ahLst/>
              <a:cxnLst/>
              <a:rect l="l" t="t" r="r" b="b"/>
              <a:pathLst>
                <a:path w="2451100" h="1600200">
                  <a:moveTo>
                    <a:pt x="850392" y="800100"/>
                  </a:moveTo>
                  <a:lnTo>
                    <a:pt x="851852" y="751365"/>
                  </a:lnTo>
                  <a:lnTo>
                    <a:pt x="856177" y="703402"/>
                  </a:lnTo>
                  <a:lnTo>
                    <a:pt x="863284" y="656294"/>
                  </a:lnTo>
                  <a:lnTo>
                    <a:pt x="873088" y="610125"/>
                  </a:lnTo>
                  <a:lnTo>
                    <a:pt x="885506" y="564979"/>
                  </a:lnTo>
                  <a:lnTo>
                    <a:pt x="900454" y="520939"/>
                  </a:lnTo>
                  <a:lnTo>
                    <a:pt x="917848" y="478089"/>
                  </a:lnTo>
                  <a:lnTo>
                    <a:pt x="937604" y="436514"/>
                  </a:lnTo>
                  <a:lnTo>
                    <a:pt x="959640" y="396296"/>
                  </a:lnTo>
                  <a:lnTo>
                    <a:pt x="983870" y="357520"/>
                  </a:lnTo>
                  <a:lnTo>
                    <a:pt x="1010212" y="320268"/>
                  </a:lnTo>
                  <a:lnTo>
                    <a:pt x="1038581" y="284626"/>
                  </a:lnTo>
                  <a:lnTo>
                    <a:pt x="1068895" y="250676"/>
                  </a:lnTo>
                  <a:lnTo>
                    <a:pt x="1101068" y="218503"/>
                  </a:lnTo>
                  <a:lnTo>
                    <a:pt x="1135018" y="188189"/>
                  </a:lnTo>
                  <a:lnTo>
                    <a:pt x="1170660" y="159820"/>
                  </a:lnTo>
                  <a:lnTo>
                    <a:pt x="1207912" y="133478"/>
                  </a:lnTo>
                  <a:lnTo>
                    <a:pt x="1246688" y="109248"/>
                  </a:lnTo>
                  <a:lnTo>
                    <a:pt x="1286906" y="87212"/>
                  </a:lnTo>
                  <a:lnTo>
                    <a:pt x="1328481" y="67456"/>
                  </a:lnTo>
                  <a:lnTo>
                    <a:pt x="1371331" y="50062"/>
                  </a:lnTo>
                  <a:lnTo>
                    <a:pt x="1415371" y="35114"/>
                  </a:lnTo>
                  <a:lnTo>
                    <a:pt x="1460517" y="22696"/>
                  </a:lnTo>
                  <a:lnTo>
                    <a:pt x="1506686" y="12892"/>
                  </a:lnTo>
                  <a:lnTo>
                    <a:pt x="1553794" y="5785"/>
                  </a:lnTo>
                  <a:lnTo>
                    <a:pt x="1601757" y="1460"/>
                  </a:lnTo>
                  <a:lnTo>
                    <a:pt x="1650492" y="0"/>
                  </a:lnTo>
                  <a:lnTo>
                    <a:pt x="1699226" y="1460"/>
                  </a:lnTo>
                  <a:lnTo>
                    <a:pt x="1747189" y="5785"/>
                  </a:lnTo>
                  <a:lnTo>
                    <a:pt x="1794297" y="12892"/>
                  </a:lnTo>
                  <a:lnTo>
                    <a:pt x="1840466" y="22696"/>
                  </a:lnTo>
                  <a:lnTo>
                    <a:pt x="1885612" y="35114"/>
                  </a:lnTo>
                  <a:lnTo>
                    <a:pt x="1929652" y="50062"/>
                  </a:lnTo>
                  <a:lnTo>
                    <a:pt x="1972502" y="67456"/>
                  </a:lnTo>
                  <a:lnTo>
                    <a:pt x="2014077" y="87212"/>
                  </a:lnTo>
                  <a:lnTo>
                    <a:pt x="2054295" y="109248"/>
                  </a:lnTo>
                  <a:lnTo>
                    <a:pt x="2093071" y="133478"/>
                  </a:lnTo>
                  <a:lnTo>
                    <a:pt x="2130323" y="159820"/>
                  </a:lnTo>
                  <a:lnTo>
                    <a:pt x="2165965" y="188189"/>
                  </a:lnTo>
                  <a:lnTo>
                    <a:pt x="2199915" y="218503"/>
                  </a:lnTo>
                  <a:lnTo>
                    <a:pt x="2232088" y="250676"/>
                  </a:lnTo>
                  <a:lnTo>
                    <a:pt x="2262402" y="284626"/>
                  </a:lnTo>
                  <a:lnTo>
                    <a:pt x="2290771" y="320268"/>
                  </a:lnTo>
                  <a:lnTo>
                    <a:pt x="2317113" y="357520"/>
                  </a:lnTo>
                  <a:lnTo>
                    <a:pt x="2341343" y="396296"/>
                  </a:lnTo>
                  <a:lnTo>
                    <a:pt x="2363379" y="436514"/>
                  </a:lnTo>
                  <a:lnTo>
                    <a:pt x="2383135" y="478089"/>
                  </a:lnTo>
                  <a:lnTo>
                    <a:pt x="2400529" y="520939"/>
                  </a:lnTo>
                  <a:lnTo>
                    <a:pt x="2415477" y="564979"/>
                  </a:lnTo>
                  <a:lnTo>
                    <a:pt x="2427895" y="610125"/>
                  </a:lnTo>
                  <a:lnTo>
                    <a:pt x="2437699" y="656294"/>
                  </a:lnTo>
                  <a:lnTo>
                    <a:pt x="2444806" y="703402"/>
                  </a:lnTo>
                  <a:lnTo>
                    <a:pt x="2449131" y="751365"/>
                  </a:lnTo>
                  <a:lnTo>
                    <a:pt x="2450592" y="800100"/>
                  </a:lnTo>
                  <a:lnTo>
                    <a:pt x="2449131" y="848834"/>
                  </a:lnTo>
                  <a:lnTo>
                    <a:pt x="2444806" y="896797"/>
                  </a:lnTo>
                  <a:lnTo>
                    <a:pt x="2437699" y="943905"/>
                  </a:lnTo>
                  <a:lnTo>
                    <a:pt x="2427895" y="990074"/>
                  </a:lnTo>
                  <a:lnTo>
                    <a:pt x="2415477" y="1035220"/>
                  </a:lnTo>
                  <a:lnTo>
                    <a:pt x="2400529" y="1079260"/>
                  </a:lnTo>
                  <a:lnTo>
                    <a:pt x="2383135" y="1122110"/>
                  </a:lnTo>
                  <a:lnTo>
                    <a:pt x="2363379" y="1163685"/>
                  </a:lnTo>
                  <a:lnTo>
                    <a:pt x="2341343" y="1203903"/>
                  </a:lnTo>
                  <a:lnTo>
                    <a:pt x="2317113" y="1242679"/>
                  </a:lnTo>
                  <a:lnTo>
                    <a:pt x="2290771" y="1279931"/>
                  </a:lnTo>
                  <a:lnTo>
                    <a:pt x="2262402" y="1315573"/>
                  </a:lnTo>
                  <a:lnTo>
                    <a:pt x="2232088" y="1349523"/>
                  </a:lnTo>
                  <a:lnTo>
                    <a:pt x="2199915" y="1381696"/>
                  </a:lnTo>
                  <a:lnTo>
                    <a:pt x="2165965" y="1412010"/>
                  </a:lnTo>
                  <a:lnTo>
                    <a:pt x="2130323" y="1440379"/>
                  </a:lnTo>
                  <a:lnTo>
                    <a:pt x="2093071" y="1466721"/>
                  </a:lnTo>
                  <a:lnTo>
                    <a:pt x="2054295" y="1490951"/>
                  </a:lnTo>
                  <a:lnTo>
                    <a:pt x="2014077" y="1512987"/>
                  </a:lnTo>
                  <a:lnTo>
                    <a:pt x="1972502" y="1532743"/>
                  </a:lnTo>
                  <a:lnTo>
                    <a:pt x="1929652" y="1550137"/>
                  </a:lnTo>
                  <a:lnTo>
                    <a:pt x="1885612" y="1565085"/>
                  </a:lnTo>
                  <a:lnTo>
                    <a:pt x="1840466" y="1577503"/>
                  </a:lnTo>
                  <a:lnTo>
                    <a:pt x="1794297" y="1587307"/>
                  </a:lnTo>
                  <a:lnTo>
                    <a:pt x="1747189" y="1594414"/>
                  </a:lnTo>
                  <a:lnTo>
                    <a:pt x="1699226" y="1598739"/>
                  </a:lnTo>
                  <a:lnTo>
                    <a:pt x="1650492" y="1600200"/>
                  </a:lnTo>
                  <a:lnTo>
                    <a:pt x="1601757" y="1598739"/>
                  </a:lnTo>
                  <a:lnTo>
                    <a:pt x="1553794" y="1594414"/>
                  </a:lnTo>
                  <a:lnTo>
                    <a:pt x="1506686" y="1587307"/>
                  </a:lnTo>
                  <a:lnTo>
                    <a:pt x="1460517" y="1577503"/>
                  </a:lnTo>
                  <a:lnTo>
                    <a:pt x="1415371" y="1565085"/>
                  </a:lnTo>
                  <a:lnTo>
                    <a:pt x="1371331" y="1550137"/>
                  </a:lnTo>
                  <a:lnTo>
                    <a:pt x="1328481" y="1532743"/>
                  </a:lnTo>
                  <a:lnTo>
                    <a:pt x="1286906" y="1512987"/>
                  </a:lnTo>
                  <a:lnTo>
                    <a:pt x="1246688" y="1490951"/>
                  </a:lnTo>
                  <a:lnTo>
                    <a:pt x="1207912" y="1466721"/>
                  </a:lnTo>
                  <a:lnTo>
                    <a:pt x="1170660" y="1440379"/>
                  </a:lnTo>
                  <a:lnTo>
                    <a:pt x="1135018" y="1412010"/>
                  </a:lnTo>
                  <a:lnTo>
                    <a:pt x="1101068" y="1381696"/>
                  </a:lnTo>
                  <a:lnTo>
                    <a:pt x="1068895" y="1349523"/>
                  </a:lnTo>
                  <a:lnTo>
                    <a:pt x="1038581" y="1315573"/>
                  </a:lnTo>
                  <a:lnTo>
                    <a:pt x="1010212" y="1279931"/>
                  </a:lnTo>
                  <a:lnTo>
                    <a:pt x="983870" y="1242679"/>
                  </a:lnTo>
                  <a:lnTo>
                    <a:pt x="959640" y="1203903"/>
                  </a:lnTo>
                  <a:lnTo>
                    <a:pt x="937604" y="1163685"/>
                  </a:lnTo>
                  <a:lnTo>
                    <a:pt x="917848" y="1122110"/>
                  </a:lnTo>
                  <a:lnTo>
                    <a:pt x="900454" y="1079260"/>
                  </a:lnTo>
                  <a:lnTo>
                    <a:pt x="885506" y="1035220"/>
                  </a:lnTo>
                  <a:lnTo>
                    <a:pt x="873088" y="990074"/>
                  </a:lnTo>
                  <a:lnTo>
                    <a:pt x="863284" y="943905"/>
                  </a:lnTo>
                  <a:lnTo>
                    <a:pt x="856177" y="896797"/>
                  </a:lnTo>
                  <a:lnTo>
                    <a:pt x="851852" y="848834"/>
                  </a:lnTo>
                  <a:lnTo>
                    <a:pt x="850392" y="800100"/>
                  </a:lnTo>
                  <a:close/>
                </a:path>
                <a:path w="2451100" h="1600200">
                  <a:moveTo>
                    <a:pt x="0" y="800100"/>
                  </a:moveTo>
                  <a:lnTo>
                    <a:pt x="1460" y="751365"/>
                  </a:lnTo>
                  <a:lnTo>
                    <a:pt x="5785" y="703402"/>
                  </a:lnTo>
                  <a:lnTo>
                    <a:pt x="12892" y="656294"/>
                  </a:lnTo>
                  <a:lnTo>
                    <a:pt x="22696" y="610125"/>
                  </a:lnTo>
                  <a:lnTo>
                    <a:pt x="35114" y="564979"/>
                  </a:lnTo>
                  <a:lnTo>
                    <a:pt x="50062" y="520939"/>
                  </a:lnTo>
                  <a:lnTo>
                    <a:pt x="67456" y="478089"/>
                  </a:lnTo>
                  <a:lnTo>
                    <a:pt x="87212" y="436514"/>
                  </a:lnTo>
                  <a:lnTo>
                    <a:pt x="109248" y="396296"/>
                  </a:lnTo>
                  <a:lnTo>
                    <a:pt x="133478" y="357520"/>
                  </a:lnTo>
                  <a:lnTo>
                    <a:pt x="159820" y="320268"/>
                  </a:lnTo>
                  <a:lnTo>
                    <a:pt x="188189" y="284626"/>
                  </a:lnTo>
                  <a:lnTo>
                    <a:pt x="218503" y="250676"/>
                  </a:lnTo>
                  <a:lnTo>
                    <a:pt x="250676" y="218503"/>
                  </a:lnTo>
                  <a:lnTo>
                    <a:pt x="284626" y="188189"/>
                  </a:lnTo>
                  <a:lnTo>
                    <a:pt x="320268" y="159820"/>
                  </a:lnTo>
                  <a:lnTo>
                    <a:pt x="357520" y="133478"/>
                  </a:lnTo>
                  <a:lnTo>
                    <a:pt x="396296" y="109248"/>
                  </a:lnTo>
                  <a:lnTo>
                    <a:pt x="436514" y="87212"/>
                  </a:lnTo>
                  <a:lnTo>
                    <a:pt x="478089" y="67456"/>
                  </a:lnTo>
                  <a:lnTo>
                    <a:pt x="520939" y="50062"/>
                  </a:lnTo>
                  <a:lnTo>
                    <a:pt x="564979" y="35114"/>
                  </a:lnTo>
                  <a:lnTo>
                    <a:pt x="610125" y="22696"/>
                  </a:lnTo>
                  <a:lnTo>
                    <a:pt x="656294" y="12892"/>
                  </a:lnTo>
                  <a:lnTo>
                    <a:pt x="703402" y="5785"/>
                  </a:lnTo>
                  <a:lnTo>
                    <a:pt x="751365" y="1460"/>
                  </a:lnTo>
                  <a:lnTo>
                    <a:pt x="800100" y="0"/>
                  </a:lnTo>
                  <a:lnTo>
                    <a:pt x="848834" y="1460"/>
                  </a:lnTo>
                  <a:lnTo>
                    <a:pt x="896797" y="5785"/>
                  </a:lnTo>
                  <a:lnTo>
                    <a:pt x="943905" y="12892"/>
                  </a:lnTo>
                  <a:lnTo>
                    <a:pt x="990074" y="22696"/>
                  </a:lnTo>
                  <a:lnTo>
                    <a:pt x="1035220" y="35114"/>
                  </a:lnTo>
                  <a:lnTo>
                    <a:pt x="1079260" y="50062"/>
                  </a:lnTo>
                  <a:lnTo>
                    <a:pt x="1122110" y="67456"/>
                  </a:lnTo>
                  <a:lnTo>
                    <a:pt x="1163685" y="87212"/>
                  </a:lnTo>
                  <a:lnTo>
                    <a:pt x="1203903" y="109248"/>
                  </a:lnTo>
                  <a:lnTo>
                    <a:pt x="1242679" y="133478"/>
                  </a:lnTo>
                  <a:lnTo>
                    <a:pt x="1279931" y="159820"/>
                  </a:lnTo>
                  <a:lnTo>
                    <a:pt x="1315573" y="188189"/>
                  </a:lnTo>
                  <a:lnTo>
                    <a:pt x="1349523" y="218503"/>
                  </a:lnTo>
                  <a:lnTo>
                    <a:pt x="1381696" y="250676"/>
                  </a:lnTo>
                  <a:lnTo>
                    <a:pt x="1412010" y="284626"/>
                  </a:lnTo>
                  <a:lnTo>
                    <a:pt x="1440379" y="320268"/>
                  </a:lnTo>
                  <a:lnTo>
                    <a:pt x="1466721" y="357520"/>
                  </a:lnTo>
                  <a:lnTo>
                    <a:pt x="1490951" y="396296"/>
                  </a:lnTo>
                  <a:lnTo>
                    <a:pt x="1512987" y="436514"/>
                  </a:lnTo>
                  <a:lnTo>
                    <a:pt x="1532743" y="478089"/>
                  </a:lnTo>
                  <a:lnTo>
                    <a:pt x="1550137" y="520939"/>
                  </a:lnTo>
                  <a:lnTo>
                    <a:pt x="1565085" y="564979"/>
                  </a:lnTo>
                  <a:lnTo>
                    <a:pt x="1577503" y="610125"/>
                  </a:lnTo>
                  <a:lnTo>
                    <a:pt x="1587307" y="656294"/>
                  </a:lnTo>
                  <a:lnTo>
                    <a:pt x="1594414" y="703402"/>
                  </a:lnTo>
                  <a:lnTo>
                    <a:pt x="1598739" y="751365"/>
                  </a:lnTo>
                  <a:lnTo>
                    <a:pt x="1600200" y="800100"/>
                  </a:lnTo>
                  <a:lnTo>
                    <a:pt x="1598739" y="848834"/>
                  </a:lnTo>
                  <a:lnTo>
                    <a:pt x="1594414" y="896797"/>
                  </a:lnTo>
                  <a:lnTo>
                    <a:pt x="1587307" y="943905"/>
                  </a:lnTo>
                  <a:lnTo>
                    <a:pt x="1577503" y="990074"/>
                  </a:lnTo>
                  <a:lnTo>
                    <a:pt x="1565085" y="1035220"/>
                  </a:lnTo>
                  <a:lnTo>
                    <a:pt x="1550137" y="1079260"/>
                  </a:lnTo>
                  <a:lnTo>
                    <a:pt x="1532743" y="1122110"/>
                  </a:lnTo>
                  <a:lnTo>
                    <a:pt x="1512987" y="1163685"/>
                  </a:lnTo>
                  <a:lnTo>
                    <a:pt x="1490951" y="1203903"/>
                  </a:lnTo>
                  <a:lnTo>
                    <a:pt x="1466721" y="1242679"/>
                  </a:lnTo>
                  <a:lnTo>
                    <a:pt x="1440379" y="1279931"/>
                  </a:lnTo>
                  <a:lnTo>
                    <a:pt x="1412010" y="1315573"/>
                  </a:lnTo>
                  <a:lnTo>
                    <a:pt x="1381696" y="1349523"/>
                  </a:lnTo>
                  <a:lnTo>
                    <a:pt x="1349523" y="1381696"/>
                  </a:lnTo>
                  <a:lnTo>
                    <a:pt x="1315573" y="1412010"/>
                  </a:lnTo>
                  <a:lnTo>
                    <a:pt x="1279931" y="1440379"/>
                  </a:lnTo>
                  <a:lnTo>
                    <a:pt x="1242679" y="1466721"/>
                  </a:lnTo>
                  <a:lnTo>
                    <a:pt x="1203903" y="1490951"/>
                  </a:lnTo>
                  <a:lnTo>
                    <a:pt x="1163685" y="1512987"/>
                  </a:lnTo>
                  <a:lnTo>
                    <a:pt x="1122110" y="1532743"/>
                  </a:lnTo>
                  <a:lnTo>
                    <a:pt x="1079260" y="1550137"/>
                  </a:lnTo>
                  <a:lnTo>
                    <a:pt x="1035220" y="1565085"/>
                  </a:lnTo>
                  <a:lnTo>
                    <a:pt x="990074" y="1577503"/>
                  </a:lnTo>
                  <a:lnTo>
                    <a:pt x="943905" y="1587307"/>
                  </a:lnTo>
                  <a:lnTo>
                    <a:pt x="896797" y="1594414"/>
                  </a:lnTo>
                  <a:lnTo>
                    <a:pt x="848834" y="1598739"/>
                  </a:lnTo>
                  <a:lnTo>
                    <a:pt x="800100" y="1600200"/>
                  </a:lnTo>
                  <a:lnTo>
                    <a:pt x="751365" y="1598739"/>
                  </a:lnTo>
                  <a:lnTo>
                    <a:pt x="703402" y="1594414"/>
                  </a:lnTo>
                  <a:lnTo>
                    <a:pt x="656294" y="1587307"/>
                  </a:lnTo>
                  <a:lnTo>
                    <a:pt x="610125" y="1577503"/>
                  </a:lnTo>
                  <a:lnTo>
                    <a:pt x="564979" y="1565085"/>
                  </a:lnTo>
                  <a:lnTo>
                    <a:pt x="520939" y="1550137"/>
                  </a:lnTo>
                  <a:lnTo>
                    <a:pt x="478089" y="1532743"/>
                  </a:lnTo>
                  <a:lnTo>
                    <a:pt x="436514" y="1512987"/>
                  </a:lnTo>
                  <a:lnTo>
                    <a:pt x="396296" y="1490951"/>
                  </a:lnTo>
                  <a:lnTo>
                    <a:pt x="357520" y="1466721"/>
                  </a:lnTo>
                  <a:lnTo>
                    <a:pt x="320268" y="1440379"/>
                  </a:lnTo>
                  <a:lnTo>
                    <a:pt x="284626" y="1412010"/>
                  </a:lnTo>
                  <a:lnTo>
                    <a:pt x="250676" y="1381696"/>
                  </a:lnTo>
                  <a:lnTo>
                    <a:pt x="218503" y="1349523"/>
                  </a:lnTo>
                  <a:lnTo>
                    <a:pt x="188189" y="1315573"/>
                  </a:lnTo>
                  <a:lnTo>
                    <a:pt x="159820" y="1279931"/>
                  </a:lnTo>
                  <a:lnTo>
                    <a:pt x="133478" y="1242679"/>
                  </a:lnTo>
                  <a:lnTo>
                    <a:pt x="109248" y="1203903"/>
                  </a:lnTo>
                  <a:lnTo>
                    <a:pt x="87212" y="1163685"/>
                  </a:lnTo>
                  <a:lnTo>
                    <a:pt x="67456" y="1122110"/>
                  </a:lnTo>
                  <a:lnTo>
                    <a:pt x="50062" y="1079260"/>
                  </a:lnTo>
                  <a:lnTo>
                    <a:pt x="35114" y="1035220"/>
                  </a:lnTo>
                  <a:lnTo>
                    <a:pt x="22696" y="990074"/>
                  </a:lnTo>
                  <a:lnTo>
                    <a:pt x="12892" y="943905"/>
                  </a:lnTo>
                  <a:lnTo>
                    <a:pt x="5785" y="896797"/>
                  </a:lnTo>
                  <a:lnTo>
                    <a:pt x="1460" y="848834"/>
                  </a:lnTo>
                  <a:lnTo>
                    <a:pt x="0" y="8001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664067" y="4854320"/>
            <a:ext cx="735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R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ght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91283" y="3240023"/>
            <a:ext cx="2575560" cy="1649095"/>
            <a:chOff x="1891283" y="3240023"/>
            <a:chExt cx="2575560" cy="1649095"/>
          </a:xfrm>
        </p:grpSpPr>
        <p:sp>
          <p:nvSpPr>
            <p:cNvPr id="14" name="object 14"/>
            <p:cNvSpPr/>
            <p:nvPr/>
          </p:nvSpPr>
          <p:spPr>
            <a:xfrm>
              <a:off x="1904999" y="3273551"/>
              <a:ext cx="1600200" cy="1600200"/>
            </a:xfrm>
            <a:custGeom>
              <a:avLst/>
              <a:gdLst/>
              <a:ahLst/>
              <a:cxnLst/>
              <a:rect l="l" t="t" r="r" b="b"/>
              <a:pathLst>
                <a:path w="1600200" h="1600200">
                  <a:moveTo>
                    <a:pt x="800100" y="0"/>
                  </a:moveTo>
                  <a:lnTo>
                    <a:pt x="751365" y="1460"/>
                  </a:lnTo>
                  <a:lnTo>
                    <a:pt x="703402" y="5785"/>
                  </a:lnTo>
                  <a:lnTo>
                    <a:pt x="656294" y="12892"/>
                  </a:lnTo>
                  <a:lnTo>
                    <a:pt x="610125" y="22696"/>
                  </a:lnTo>
                  <a:lnTo>
                    <a:pt x="564979" y="35114"/>
                  </a:lnTo>
                  <a:lnTo>
                    <a:pt x="520939" y="50062"/>
                  </a:lnTo>
                  <a:lnTo>
                    <a:pt x="478089" y="67456"/>
                  </a:lnTo>
                  <a:lnTo>
                    <a:pt x="436514" y="87212"/>
                  </a:lnTo>
                  <a:lnTo>
                    <a:pt x="396296" y="109248"/>
                  </a:lnTo>
                  <a:lnTo>
                    <a:pt x="357520" y="133478"/>
                  </a:lnTo>
                  <a:lnTo>
                    <a:pt x="320268" y="159820"/>
                  </a:lnTo>
                  <a:lnTo>
                    <a:pt x="284626" y="188189"/>
                  </a:lnTo>
                  <a:lnTo>
                    <a:pt x="250676" y="218503"/>
                  </a:lnTo>
                  <a:lnTo>
                    <a:pt x="218503" y="250676"/>
                  </a:lnTo>
                  <a:lnTo>
                    <a:pt x="188189" y="284626"/>
                  </a:lnTo>
                  <a:lnTo>
                    <a:pt x="159820" y="320268"/>
                  </a:lnTo>
                  <a:lnTo>
                    <a:pt x="133478" y="357520"/>
                  </a:lnTo>
                  <a:lnTo>
                    <a:pt x="109248" y="396296"/>
                  </a:lnTo>
                  <a:lnTo>
                    <a:pt x="87212" y="436514"/>
                  </a:lnTo>
                  <a:lnTo>
                    <a:pt x="67456" y="478089"/>
                  </a:lnTo>
                  <a:lnTo>
                    <a:pt x="50062" y="520939"/>
                  </a:lnTo>
                  <a:lnTo>
                    <a:pt x="35114" y="564979"/>
                  </a:lnTo>
                  <a:lnTo>
                    <a:pt x="22696" y="610125"/>
                  </a:lnTo>
                  <a:lnTo>
                    <a:pt x="12892" y="656294"/>
                  </a:lnTo>
                  <a:lnTo>
                    <a:pt x="5785" y="703402"/>
                  </a:lnTo>
                  <a:lnTo>
                    <a:pt x="1460" y="751365"/>
                  </a:lnTo>
                  <a:lnTo>
                    <a:pt x="0" y="800100"/>
                  </a:lnTo>
                  <a:lnTo>
                    <a:pt x="1460" y="848834"/>
                  </a:lnTo>
                  <a:lnTo>
                    <a:pt x="5785" y="896797"/>
                  </a:lnTo>
                  <a:lnTo>
                    <a:pt x="12892" y="943905"/>
                  </a:lnTo>
                  <a:lnTo>
                    <a:pt x="22696" y="990074"/>
                  </a:lnTo>
                  <a:lnTo>
                    <a:pt x="35114" y="1035220"/>
                  </a:lnTo>
                  <a:lnTo>
                    <a:pt x="50062" y="1079260"/>
                  </a:lnTo>
                  <a:lnTo>
                    <a:pt x="67456" y="1122110"/>
                  </a:lnTo>
                  <a:lnTo>
                    <a:pt x="87212" y="1163685"/>
                  </a:lnTo>
                  <a:lnTo>
                    <a:pt x="109248" y="1203903"/>
                  </a:lnTo>
                  <a:lnTo>
                    <a:pt x="133478" y="1242679"/>
                  </a:lnTo>
                  <a:lnTo>
                    <a:pt x="159820" y="1279931"/>
                  </a:lnTo>
                  <a:lnTo>
                    <a:pt x="188189" y="1315573"/>
                  </a:lnTo>
                  <a:lnTo>
                    <a:pt x="218503" y="1349523"/>
                  </a:lnTo>
                  <a:lnTo>
                    <a:pt x="250676" y="1381696"/>
                  </a:lnTo>
                  <a:lnTo>
                    <a:pt x="284626" y="1412010"/>
                  </a:lnTo>
                  <a:lnTo>
                    <a:pt x="320268" y="1440379"/>
                  </a:lnTo>
                  <a:lnTo>
                    <a:pt x="357520" y="1466721"/>
                  </a:lnTo>
                  <a:lnTo>
                    <a:pt x="396296" y="1490951"/>
                  </a:lnTo>
                  <a:lnTo>
                    <a:pt x="436514" y="1512987"/>
                  </a:lnTo>
                  <a:lnTo>
                    <a:pt x="478089" y="1532743"/>
                  </a:lnTo>
                  <a:lnTo>
                    <a:pt x="520939" y="1550137"/>
                  </a:lnTo>
                  <a:lnTo>
                    <a:pt x="564979" y="1565085"/>
                  </a:lnTo>
                  <a:lnTo>
                    <a:pt x="610125" y="1577503"/>
                  </a:lnTo>
                  <a:lnTo>
                    <a:pt x="656294" y="1587307"/>
                  </a:lnTo>
                  <a:lnTo>
                    <a:pt x="703402" y="1594414"/>
                  </a:lnTo>
                  <a:lnTo>
                    <a:pt x="751365" y="1598739"/>
                  </a:lnTo>
                  <a:lnTo>
                    <a:pt x="800100" y="1600200"/>
                  </a:lnTo>
                  <a:lnTo>
                    <a:pt x="848834" y="1598739"/>
                  </a:lnTo>
                  <a:lnTo>
                    <a:pt x="896797" y="1594414"/>
                  </a:lnTo>
                  <a:lnTo>
                    <a:pt x="943905" y="1587307"/>
                  </a:lnTo>
                  <a:lnTo>
                    <a:pt x="990074" y="1577503"/>
                  </a:lnTo>
                  <a:lnTo>
                    <a:pt x="1035220" y="1565085"/>
                  </a:lnTo>
                  <a:lnTo>
                    <a:pt x="1079260" y="1550137"/>
                  </a:lnTo>
                  <a:lnTo>
                    <a:pt x="1122110" y="1532743"/>
                  </a:lnTo>
                  <a:lnTo>
                    <a:pt x="1163685" y="1512987"/>
                  </a:lnTo>
                  <a:lnTo>
                    <a:pt x="1203903" y="1490951"/>
                  </a:lnTo>
                  <a:lnTo>
                    <a:pt x="1242679" y="1466721"/>
                  </a:lnTo>
                  <a:lnTo>
                    <a:pt x="1279931" y="1440379"/>
                  </a:lnTo>
                  <a:lnTo>
                    <a:pt x="1315573" y="1412010"/>
                  </a:lnTo>
                  <a:lnTo>
                    <a:pt x="1349523" y="1381696"/>
                  </a:lnTo>
                  <a:lnTo>
                    <a:pt x="1381696" y="1349523"/>
                  </a:lnTo>
                  <a:lnTo>
                    <a:pt x="1412010" y="1315573"/>
                  </a:lnTo>
                  <a:lnTo>
                    <a:pt x="1440379" y="1279931"/>
                  </a:lnTo>
                  <a:lnTo>
                    <a:pt x="1466721" y="1242679"/>
                  </a:lnTo>
                  <a:lnTo>
                    <a:pt x="1490951" y="1203903"/>
                  </a:lnTo>
                  <a:lnTo>
                    <a:pt x="1512987" y="1163685"/>
                  </a:lnTo>
                  <a:lnTo>
                    <a:pt x="1532743" y="1122110"/>
                  </a:lnTo>
                  <a:lnTo>
                    <a:pt x="1550137" y="1079260"/>
                  </a:lnTo>
                  <a:lnTo>
                    <a:pt x="1565085" y="1035220"/>
                  </a:lnTo>
                  <a:lnTo>
                    <a:pt x="1577503" y="990074"/>
                  </a:lnTo>
                  <a:lnTo>
                    <a:pt x="1587307" y="943905"/>
                  </a:lnTo>
                  <a:lnTo>
                    <a:pt x="1594414" y="896797"/>
                  </a:lnTo>
                  <a:lnTo>
                    <a:pt x="1598739" y="848834"/>
                  </a:lnTo>
                  <a:lnTo>
                    <a:pt x="1600200" y="800100"/>
                  </a:lnTo>
                  <a:lnTo>
                    <a:pt x="1598739" y="751365"/>
                  </a:lnTo>
                  <a:lnTo>
                    <a:pt x="1594414" y="703402"/>
                  </a:lnTo>
                  <a:lnTo>
                    <a:pt x="1587307" y="656294"/>
                  </a:lnTo>
                  <a:lnTo>
                    <a:pt x="1577503" y="610125"/>
                  </a:lnTo>
                  <a:lnTo>
                    <a:pt x="1565085" y="564979"/>
                  </a:lnTo>
                  <a:lnTo>
                    <a:pt x="1550137" y="520939"/>
                  </a:lnTo>
                  <a:lnTo>
                    <a:pt x="1532743" y="478089"/>
                  </a:lnTo>
                  <a:lnTo>
                    <a:pt x="1512987" y="436514"/>
                  </a:lnTo>
                  <a:lnTo>
                    <a:pt x="1490951" y="396296"/>
                  </a:lnTo>
                  <a:lnTo>
                    <a:pt x="1466721" y="357520"/>
                  </a:lnTo>
                  <a:lnTo>
                    <a:pt x="1440379" y="320268"/>
                  </a:lnTo>
                  <a:lnTo>
                    <a:pt x="1412010" y="284626"/>
                  </a:lnTo>
                  <a:lnTo>
                    <a:pt x="1381696" y="250676"/>
                  </a:lnTo>
                  <a:lnTo>
                    <a:pt x="1349523" y="218503"/>
                  </a:lnTo>
                  <a:lnTo>
                    <a:pt x="1315573" y="188189"/>
                  </a:lnTo>
                  <a:lnTo>
                    <a:pt x="1279931" y="159820"/>
                  </a:lnTo>
                  <a:lnTo>
                    <a:pt x="1242679" y="133478"/>
                  </a:lnTo>
                  <a:lnTo>
                    <a:pt x="1203903" y="109248"/>
                  </a:lnTo>
                  <a:lnTo>
                    <a:pt x="1163685" y="87212"/>
                  </a:lnTo>
                  <a:lnTo>
                    <a:pt x="1122110" y="67456"/>
                  </a:lnTo>
                  <a:lnTo>
                    <a:pt x="1079260" y="50062"/>
                  </a:lnTo>
                  <a:lnTo>
                    <a:pt x="1035220" y="35114"/>
                  </a:lnTo>
                  <a:lnTo>
                    <a:pt x="990074" y="22696"/>
                  </a:lnTo>
                  <a:lnTo>
                    <a:pt x="943905" y="12892"/>
                  </a:lnTo>
                  <a:lnTo>
                    <a:pt x="896797" y="5785"/>
                  </a:lnTo>
                  <a:lnTo>
                    <a:pt x="848834" y="146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944F7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5761" y="3254501"/>
              <a:ext cx="2546985" cy="1620520"/>
            </a:xfrm>
            <a:custGeom>
              <a:avLst/>
              <a:gdLst/>
              <a:ahLst/>
              <a:cxnLst/>
              <a:rect l="l" t="t" r="r" b="b"/>
              <a:pathLst>
                <a:path w="2546985" h="1620520">
                  <a:moveTo>
                    <a:pt x="946404" y="800100"/>
                  </a:moveTo>
                  <a:lnTo>
                    <a:pt x="947864" y="751365"/>
                  </a:lnTo>
                  <a:lnTo>
                    <a:pt x="952189" y="703402"/>
                  </a:lnTo>
                  <a:lnTo>
                    <a:pt x="959296" y="656294"/>
                  </a:lnTo>
                  <a:lnTo>
                    <a:pt x="969100" y="610125"/>
                  </a:lnTo>
                  <a:lnTo>
                    <a:pt x="981518" y="564979"/>
                  </a:lnTo>
                  <a:lnTo>
                    <a:pt x="996466" y="520939"/>
                  </a:lnTo>
                  <a:lnTo>
                    <a:pt x="1013860" y="478089"/>
                  </a:lnTo>
                  <a:lnTo>
                    <a:pt x="1033616" y="436514"/>
                  </a:lnTo>
                  <a:lnTo>
                    <a:pt x="1055652" y="396296"/>
                  </a:lnTo>
                  <a:lnTo>
                    <a:pt x="1079882" y="357520"/>
                  </a:lnTo>
                  <a:lnTo>
                    <a:pt x="1106224" y="320268"/>
                  </a:lnTo>
                  <a:lnTo>
                    <a:pt x="1134593" y="284626"/>
                  </a:lnTo>
                  <a:lnTo>
                    <a:pt x="1164907" y="250676"/>
                  </a:lnTo>
                  <a:lnTo>
                    <a:pt x="1197080" y="218503"/>
                  </a:lnTo>
                  <a:lnTo>
                    <a:pt x="1231030" y="188189"/>
                  </a:lnTo>
                  <a:lnTo>
                    <a:pt x="1266672" y="159820"/>
                  </a:lnTo>
                  <a:lnTo>
                    <a:pt x="1303924" y="133478"/>
                  </a:lnTo>
                  <a:lnTo>
                    <a:pt x="1342700" y="109248"/>
                  </a:lnTo>
                  <a:lnTo>
                    <a:pt x="1382918" y="87212"/>
                  </a:lnTo>
                  <a:lnTo>
                    <a:pt x="1424493" y="67456"/>
                  </a:lnTo>
                  <a:lnTo>
                    <a:pt x="1467343" y="50062"/>
                  </a:lnTo>
                  <a:lnTo>
                    <a:pt x="1511383" y="35114"/>
                  </a:lnTo>
                  <a:lnTo>
                    <a:pt x="1556529" y="22696"/>
                  </a:lnTo>
                  <a:lnTo>
                    <a:pt x="1602698" y="12892"/>
                  </a:lnTo>
                  <a:lnTo>
                    <a:pt x="1649806" y="5785"/>
                  </a:lnTo>
                  <a:lnTo>
                    <a:pt x="1697769" y="1460"/>
                  </a:lnTo>
                  <a:lnTo>
                    <a:pt x="1746503" y="0"/>
                  </a:lnTo>
                  <a:lnTo>
                    <a:pt x="1795238" y="1460"/>
                  </a:lnTo>
                  <a:lnTo>
                    <a:pt x="1843201" y="5785"/>
                  </a:lnTo>
                  <a:lnTo>
                    <a:pt x="1890309" y="12892"/>
                  </a:lnTo>
                  <a:lnTo>
                    <a:pt x="1936478" y="22696"/>
                  </a:lnTo>
                  <a:lnTo>
                    <a:pt x="1981624" y="35114"/>
                  </a:lnTo>
                  <a:lnTo>
                    <a:pt x="2025664" y="50062"/>
                  </a:lnTo>
                  <a:lnTo>
                    <a:pt x="2068514" y="67456"/>
                  </a:lnTo>
                  <a:lnTo>
                    <a:pt x="2110089" y="87212"/>
                  </a:lnTo>
                  <a:lnTo>
                    <a:pt x="2150307" y="109248"/>
                  </a:lnTo>
                  <a:lnTo>
                    <a:pt x="2189083" y="133478"/>
                  </a:lnTo>
                  <a:lnTo>
                    <a:pt x="2226335" y="159820"/>
                  </a:lnTo>
                  <a:lnTo>
                    <a:pt x="2261977" y="188189"/>
                  </a:lnTo>
                  <a:lnTo>
                    <a:pt x="2295927" y="218503"/>
                  </a:lnTo>
                  <a:lnTo>
                    <a:pt x="2328100" y="250676"/>
                  </a:lnTo>
                  <a:lnTo>
                    <a:pt x="2358414" y="284626"/>
                  </a:lnTo>
                  <a:lnTo>
                    <a:pt x="2386783" y="320268"/>
                  </a:lnTo>
                  <a:lnTo>
                    <a:pt x="2413125" y="357520"/>
                  </a:lnTo>
                  <a:lnTo>
                    <a:pt x="2437355" y="396296"/>
                  </a:lnTo>
                  <a:lnTo>
                    <a:pt x="2459391" y="436514"/>
                  </a:lnTo>
                  <a:lnTo>
                    <a:pt x="2479147" y="478089"/>
                  </a:lnTo>
                  <a:lnTo>
                    <a:pt x="2496541" y="520939"/>
                  </a:lnTo>
                  <a:lnTo>
                    <a:pt x="2511489" y="564979"/>
                  </a:lnTo>
                  <a:lnTo>
                    <a:pt x="2523907" y="610125"/>
                  </a:lnTo>
                  <a:lnTo>
                    <a:pt x="2533711" y="656294"/>
                  </a:lnTo>
                  <a:lnTo>
                    <a:pt x="2540818" y="703402"/>
                  </a:lnTo>
                  <a:lnTo>
                    <a:pt x="2545143" y="751365"/>
                  </a:lnTo>
                  <a:lnTo>
                    <a:pt x="2546604" y="800100"/>
                  </a:lnTo>
                  <a:lnTo>
                    <a:pt x="2545143" y="848834"/>
                  </a:lnTo>
                  <a:lnTo>
                    <a:pt x="2540818" y="896797"/>
                  </a:lnTo>
                  <a:lnTo>
                    <a:pt x="2533711" y="943905"/>
                  </a:lnTo>
                  <a:lnTo>
                    <a:pt x="2523907" y="990074"/>
                  </a:lnTo>
                  <a:lnTo>
                    <a:pt x="2511489" y="1035220"/>
                  </a:lnTo>
                  <a:lnTo>
                    <a:pt x="2496541" y="1079260"/>
                  </a:lnTo>
                  <a:lnTo>
                    <a:pt x="2479147" y="1122110"/>
                  </a:lnTo>
                  <a:lnTo>
                    <a:pt x="2459391" y="1163685"/>
                  </a:lnTo>
                  <a:lnTo>
                    <a:pt x="2437355" y="1203903"/>
                  </a:lnTo>
                  <a:lnTo>
                    <a:pt x="2413125" y="1242679"/>
                  </a:lnTo>
                  <a:lnTo>
                    <a:pt x="2386783" y="1279931"/>
                  </a:lnTo>
                  <a:lnTo>
                    <a:pt x="2358414" y="1315573"/>
                  </a:lnTo>
                  <a:lnTo>
                    <a:pt x="2328100" y="1349523"/>
                  </a:lnTo>
                  <a:lnTo>
                    <a:pt x="2295927" y="1381696"/>
                  </a:lnTo>
                  <a:lnTo>
                    <a:pt x="2261977" y="1412010"/>
                  </a:lnTo>
                  <a:lnTo>
                    <a:pt x="2226335" y="1440379"/>
                  </a:lnTo>
                  <a:lnTo>
                    <a:pt x="2189083" y="1466721"/>
                  </a:lnTo>
                  <a:lnTo>
                    <a:pt x="2150307" y="1490951"/>
                  </a:lnTo>
                  <a:lnTo>
                    <a:pt x="2110089" y="1512987"/>
                  </a:lnTo>
                  <a:lnTo>
                    <a:pt x="2068514" y="1532743"/>
                  </a:lnTo>
                  <a:lnTo>
                    <a:pt x="2025664" y="1550137"/>
                  </a:lnTo>
                  <a:lnTo>
                    <a:pt x="1981624" y="1565085"/>
                  </a:lnTo>
                  <a:lnTo>
                    <a:pt x="1936478" y="1577503"/>
                  </a:lnTo>
                  <a:lnTo>
                    <a:pt x="1890309" y="1587307"/>
                  </a:lnTo>
                  <a:lnTo>
                    <a:pt x="1843201" y="1594414"/>
                  </a:lnTo>
                  <a:lnTo>
                    <a:pt x="1795238" y="1598739"/>
                  </a:lnTo>
                  <a:lnTo>
                    <a:pt x="1746503" y="1600200"/>
                  </a:lnTo>
                  <a:lnTo>
                    <a:pt x="1697769" y="1598739"/>
                  </a:lnTo>
                  <a:lnTo>
                    <a:pt x="1649806" y="1594414"/>
                  </a:lnTo>
                  <a:lnTo>
                    <a:pt x="1602698" y="1587307"/>
                  </a:lnTo>
                  <a:lnTo>
                    <a:pt x="1556529" y="1577503"/>
                  </a:lnTo>
                  <a:lnTo>
                    <a:pt x="1511383" y="1565085"/>
                  </a:lnTo>
                  <a:lnTo>
                    <a:pt x="1467343" y="1550137"/>
                  </a:lnTo>
                  <a:lnTo>
                    <a:pt x="1424493" y="1532743"/>
                  </a:lnTo>
                  <a:lnTo>
                    <a:pt x="1382918" y="1512987"/>
                  </a:lnTo>
                  <a:lnTo>
                    <a:pt x="1342700" y="1490951"/>
                  </a:lnTo>
                  <a:lnTo>
                    <a:pt x="1303924" y="1466721"/>
                  </a:lnTo>
                  <a:lnTo>
                    <a:pt x="1266672" y="1440379"/>
                  </a:lnTo>
                  <a:lnTo>
                    <a:pt x="1231030" y="1412010"/>
                  </a:lnTo>
                  <a:lnTo>
                    <a:pt x="1197080" y="1381696"/>
                  </a:lnTo>
                  <a:lnTo>
                    <a:pt x="1164907" y="1349523"/>
                  </a:lnTo>
                  <a:lnTo>
                    <a:pt x="1134593" y="1315573"/>
                  </a:lnTo>
                  <a:lnTo>
                    <a:pt x="1106224" y="1279931"/>
                  </a:lnTo>
                  <a:lnTo>
                    <a:pt x="1079882" y="1242679"/>
                  </a:lnTo>
                  <a:lnTo>
                    <a:pt x="1055652" y="1203903"/>
                  </a:lnTo>
                  <a:lnTo>
                    <a:pt x="1033616" y="1163685"/>
                  </a:lnTo>
                  <a:lnTo>
                    <a:pt x="1013860" y="1122110"/>
                  </a:lnTo>
                  <a:lnTo>
                    <a:pt x="996466" y="1079260"/>
                  </a:lnTo>
                  <a:lnTo>
                    <a:pt x="981518" y="1035220"/>
                  </a:lnTo>
                  <a:lnTo>
                    <a:pt x="969100" y="990074"/>
                  </a:lnTo>
                  <a:lnTo>
                    <a:pt x="959296" y="943905"/>
                  </a:lnTo>
                  <a:lnTo>
                    <a:pt x="952189" y="896797"/>
                  </a:lnTo>
                  <a:lnTo>
                    <a:pt x="947864" y="848834"/>
                  </a:lnTo>
                  <a:lnTo>
                    <a:pt x="946404" y="800100"/>
                  </a:lnTo>
                  <a:close/>
                </a:path>
                <a:path w="2546985" h="1620520">
                  <a:moveTo>
                    <a:pt x="0" y="819912"/>
                  </a:moveTo>
                  <a:lnTo>
                    <a:pt x="1460" y="771177"/>
                  </a:lnTo>
                  <a:lnTo>
                    <a:pt x="5785" y="723214"/>
                  </a:lnTo>
                  <a:lnTo>
                    <a:pt x="12892" y="676106"/>
                  </a:lnTo>
                  <a:lnTo>
                    <a:pt x="22696" y="629937"/>
                  </a:lnTo>
                  <a:lnTo>
                    <a:pt x="35114" y="584791"/>
                  </a:lnTo>
                  <a:lnTo>
                    <a:pt x="50062" y="540751"/>
                  </a:lnTo>
                  <a:lnTo>
                    <a:pt x="67456" y="497901"/>
                  </a:lnTo>
                  <a:lnTo>
                    <a:pt x="87212" y="456326"/>
                  </a:lnTo>
                  <a:lnTo>
                    <a:pt x="109248" y="416108"/>
                  </a:lnTo>
                  <a:lnTo>
                    <a:pt x="133478" y="377332"/>
                  </a:lnTo>
                  <a:lnTo>
                    <a:pt x="159820" y="340080"/>
                  </a:lnTo>
                  <a:lnTo>
                    <a:pt x="188189" y="304438"/>
                  </a:lnTo>
                  <a:lnTo>
                    <a:pt x="218503" y="270488"/>
                  </a:lnTo>
                  <a:lnTo>
                    <a:pt x="250676" y="238315"/>
                  </a:lnTo>
                  <a:lnTo>
                    <a:pt x="284626" y="208001"/>
                  </a:lnTo>
                  <a:lnTo>
                    <a:pt x="320268" y="179632"/>
                  </a:lnTo>
                  <a:lnTo>
                    <a:pt x="357520" y="153290"/>
                  </a:lnTo>
                  <a:lnTo>
                    <a:pt x="396296" y="129060"/>
                  </a:lnTo>
                  <a:lnTo>
                    <a:pt x="436514" y="107024"/>
                  </a:lnTo>
                  <a:lnTo>
                    <a:pt x="478089" y="87268"/>
                  </a:lnTo>
                  <a:lnTo>
                    <a:pt x="520939" y="69874"/>
                  </a:lnTo>
                  <a:lnTo>
                    <a:pt x="564979" y="54926"/>
                  </a:lnTo>
                  <a:lnTo>
                    <a:pt x="610125" y="42508"/>
                  </a:lnTo>
                  <a:lnTo>
                    <a:pt x="656294" y="32704"/>
                  </a:lnTo>
                  <a:lnTo>
                    <a:pt x="703402" y="25597"/>
                  </a:lnTo>
                  <a:lnTo>
                    <a:pt x="751365" y="21272"/>
                  </a:lnTo>
                  <a:lnTo>
                    <a:pt x="800100" y="19812"/>
                  </a:lnTo>
                  <a:lnTo>
                    <a:pt x="848834" y="21272"/>
                  </a:lnTo>
                  <a:lnTo>
                    <a:pt x="896797" y="25597"/>
                  </a:lnTo>
                  <a:lnTo>
                    <a:pt x="943905" y="32704"/>
                  </a:lnTo>
                  <a:lnTo>
                    <a:pt x="990074" y="42508"/>
                  </a:lnTo>
                  <a:lnTo>
                    <a:pt x="1035220" y="54926"/>
                  </a:lnTo>
                  <a:lnTo>
                    <a:pt x="1079260" y="69874"/>
                  </a:lnTo>
                  <a:lnTo>
                    <a:pt x="1122110" y="87268"/>
                  </a:lnTo>
                  <a:lnTo>
                    <a:pt x="1163685" y="107024"/>
                  </a:lnTo>
                  <a:lnTo>
                    <a:pt x="1203903" y="129060"/>
                  </a:lnTo>
                  <a:lnTo>
                    <a:pt x="1242679" y="153290"/>
                  </a:lnTo>
                  <a:lnTo>
                    <a:pt x="1279931" y="179632"/>
                  </a:lnTo>
                  <a:lnTo>
                    <a:pt x="1315573" y="208001"/>
                  </a:lnTo>
                  <a:lnTo>
                    <a:pt x="1349523" y="238315"/>
                  </a:lnTo>
                  <a:lnTo>
                    <a:pt x="1381696" y="270488"/>
                  </a:lnTo>
                  <a:lnTo>
                    <a:pt x="1412010" y="304438"/>
                  </a:lnTo>
                  <a:lnTo>
                    <a:pt x="1440379" y="340080"/>
                  </a:lnTo>
                  <a:lnTo>
                    <a:pt x="1466721" y="377332"/>
                  </a:lnTo>
                  <a:lnTo>
                    <a:pt x="1490951" y="416108"/>
                  </a:lnTo>
                  <a:lnTo>
                    <a:pt x="1512987" y="456326"/>
                  </a:lnTo>
                  <a:lnTo>
                    <a:pt x="1532743" y="497901"/>
                  </a:lnTo>
                  <a:lnTo>
                    <a:pt x="1550137" y="540751"/>
                  </a:lnTo>
                  <a:lnTo>
                    <a:pt x="1565085" y="584791"/>
                  </a:lnTo>
                  <a:lnTo>
                    <a:pt x="1577503" y="629937"/>
                  </a:lnTo>
                  <a:lnTo>
                    <a:pt x="1587307" y="676106"/>
                  </a:lnTo>
                  <a:lnTo>
                    <a:pt x="1594414" y="723214"/>
                  </a:lnTo>
                  <a:lnTo>
                    <a:pt x="1598739" y="771177"/>
                  </a:lnTo>
                  <a:lnTo>
                    <a:pt x="1600200" y="819912"/>
                  </a:lnTo>
                  <a:lnTo>
                    <a:pt x="1598739" y="868646"/>
                  </a:lnTo>
                  <a:lnTo>
                    <a:pt x="1594414" y="916609"/>
                  </a:lnTo>
                  <a:lnTo>
                    <a:pt x="1587307" y="963717"/>
                  </a:lnTo>
                  <a:lnTo>
                    <a:pt x="1577503" y="1009886"/>
                  </a:lnTo>
                  <a:lnTo>
                    <a:pt x="1565085" y="1055032"/>
                  </a:lnTo>
                  <a:lnTo>
                    <a:pt x="1550137" y="1099072"/>
                  </a:lnTo>
                  <a:lnTo>
                    <a:pt x="1532743" y="1141922"/>
                  </a:lnTo>
                  <a:lnTo>
                    <a:pt x="1512987" y="1183497"/>
                  </a:lnTo>
                  <a:lnTo>
                    <a:pt x="1490951" y="1223715"/>
                  </a:lnTo>
                  <a:lnTo>
                    <a:pt x="1466721" y="1262491"/>
                  </a:lnTo>
                  <a:lnTo>
                    <a:pt x="1440379" y="1299743"/>
                  </a:lnTo>
                  <a:lnTo>
                    <a:pt x="1412010" y="1335385"/>
                  </a:lnTo>
                  <a:lnTo>
                    <a:pt x="1381696" y="1369335"/>
                  </a:lnTo>
                  <a:lnTo>
                    <a:pt x="1349523" y="1401508"/>
                  </a:lnTo>
                  <a:lnTo>
                    <a:pt x="1315573" y="1431822"/>
                  </a:lnTo>
                  <a:lnTo>
                    <a:pt x="1279931" y="1460191"/>
                  </a:lnTo>
                  <a:lnTo>
                    <a:pt x="1242679" y="1486533"/>
                  </a:lnTo>
                  <a:lnTo>
                    <a:pt x="1203903" y="1510763"/>
                  </a:lnTo>
                  <a:lnTo>
                    <a:pt x="1163685" y="1532799"/>
                  </a:lnTo>
                  <a:lnTo>
                    <a:pt x="1122110" y="1552555"/>
                  </a:lnTo>
                  <a:lnTo>
                    <a:pt x="1079260" y="1569949"/>
                  </a:lnTo>
                  <a:lnTo>
                    <a:pt x="1035220" y="1584897"/>
                  </a:lnTo>
                  <a:lnTo>
                    <a:pt x="990074" y="1597315"/>
                  </a:lnTo>
                  <a:lnTo>
                    <a:pt x="943905" y="1607119"/>
                  </a:lnTo>
                  <a:lnTo>
                    <a:pt x="896797" y="1614226"/>
                  </a:lnTo>
                  <a:lnTo>
                    <a:pt x="848834" y="1618551"/>
                  </a:lnTo>
                  <a:lnTo>
                    <a:pt x="800100" y="1620012"/>
                  </a:lnTo>
                  <a:lnTo>
                    <a:pt x="751365" y="1618551"/>
                  </a:lnTo>
                  <a:lnTo>
                    <a:pt x="703402" y="1614226"/>
                  </a:lnTo>
                  <a:lnTo>
                    <a:pt x="656294" y="1607119"/>
                  </a:lnTo>
                  <a:lnTo>
                    <a:pt x="610125" y="1597315"/>
                  </a:lnTo>
                  <a:lnTo>
                    <a:pt x="564979" y="1584897"/>
                  </a:lnTo>
                  <a:lnTo>
                    <a:pt x="520939" y="1569949"/>
                  </a:lnTo>
                  <a:lnTo>
                    <a:pt x="478089" y="1552555"/>
                  </a:lnTo>
                  <a:lnTo>
                    <a:pt x="436514" y="1532799"/>
                  </a:lnTo>
                  <a:lnTo>
                    <a:pt x="396296" y="1510763"/>
                  </a:lnTo>
                  <a:lnTo>
                    <a:pt x="357520" y="1486533"/>
                  </a:lnTo>
                  <a:lnTo>
                    <a:pt x="320268" y="1460191"/>
                  </a:lnTo>
                  <a:lnTo>
                    <a:pt x="284626" y="1431822"/>
                  </a:lnTo>
                  <a:lnTo>
                    <a:pt x="250676" y="1401508"/>
                  </a:lnTo>
                  <a:lnTo>
                    <a:pt x="218503" y="1369335"/>
                  </a:lnTo>
                  <a:lnTo>
                    <a:pt x="188189" y="1335385"/>
                  </a:lnTo>
                  <a:lnTo>
                    <a:pt x="159820" y="1299743"/>
                  </a:lnTo>
                  <a:lnTo>
                    <a:pt x="133478" y="1262491"/>
                  </a:lnTo>
                  <a:lnTo>
                    <a:pt x="109248" y="1223715"/>
                  </a:lnTo>
                  <a:lnTo>
                    <a:pt x="87212" y="1183497"/>
                  </a:lnTo>
                  <a:lnTo>
                    <a:pt x="67456" y="1141922"/>
                  </a:lnTo>
                  <a:lnTo>
                    <a:pt x="50062" y="1099072"/>
                  </a:lnTo>
                  <a:lnTo>
                    <a:pt x="35114" y="1055032"/>
                  </a:lnTo>
                  <a:lnTo>
                    <a:pt x="22696" y="1009886"/>
                  </a:lnTo>
                  <a:lnTo>
                    <a:pt x="12892" y="963717"/>
                  </a:lnTo>
                  <a:lnTo>
                    <a:pt x="5785" y="916609"/>
                  </a:lnTo>
                  <a:lnTo>
                    <a:pt x="1460" y="868646"/>
                  </a:lnTo>
                  <a:lnTo>
                    <a:pt x="0" y="819912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24682" y="4898897"/>
            <a:ext cx="534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169" y="346328"/>
            <a:ext cx="1920239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Outer</a:t>
            </a:r>
            <a:r>
              <a:rPr spc="-70" dirty="0"/>
              <a:t> </a:t>
            </a:r>
            <a:r>
              <a:rPr dirty="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2670" y="987679"/>
            <a:ext cx="6631940" cy="802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6680" indent="-94615">
              <a:lnSpc>
                <a:spcPct val="100000"/>
              </a:lnSpc>
              <a:spcBef>
                <a:spcPts val="640"/>
              </a:spcBef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spc="-10" dirty="0">
                <a:latin typeface="Calibri"/>
                <a:cs typeface="Calibri"/>
              </a:rPr>
              <a:t>Outer </a:t>
            </a:r>
            <a:r>
              <a:rPr sz="2100" spc="-5" dirty="0">
                <a:latin typeface="Calibri"/>
                <a:cs typeface="Calibri"/>
              </a:rPr>
              <a:t>join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syntax</a:t>
            </a:r>
            <a:r>
              <a:rPr sz="2100" spc="-5" dirty="0">
                <a:latin typeface="Calibri"/>
                <a:cs typeface="Calibri"/>
              </a:rPr>
              <a:t> is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similar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the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inner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join </a:t>
            </a:r>
            <a:r>
              <a:rPr sz="2100" spc="-10" dirty="0">
                <a:latin typeface="Calibri"/>
                <a:cs typeface="Calibri"/>
              </a:rPr>
              <a:t>alternate </a:t>
            </a:r>
            <a:r>
              <a:rPr sz="2100" spc="-20" dirty="0">
                <a:latin typeface="Calibri"/>
                <a:cs typeface="Calibri"/>
              </a:rPr>
              <a:t>syntax.</a:t>
            </a:r>
            <a:endParaRPr sz="2100">
              <a:latin typeface="Calibri"/>
              <a:cs typeface="Calibri"/>
            </a:endParaRPr>
          </a:p>
          <a:p>
            <a:pPr marL="106680" indent="-94615">
              <a:lnSpc>
                <a:spcPct val="100000"/>
              </a:lnSpc>
              <a:spcBef>
                <a:spcPts val="540"/>
              </a:spcBef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spc="-10" dirty="0">
                <a:latin typeface="Calibri"/>
                <a:cs typeface="Calibri"/>
              </a:rPr>
              <a:t>General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form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outer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join: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2670" y="4952238"/>
            <a:ext cx="59353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 indent="-94615">
              <a:lnSpc>
                <a:spcPct val="100000"/>
              </a:lnSpc>
              <a:spcBef>
                <a:spcPts val="100"/>
              </a:spcBef>
              <a:buSzPct val="95238"/>
              <a:buFont typeface="Arial MT"/>
              <a:buChar char="•"/>
              <a:tabLst>
                <a:tab pos="107314" algn="l"/>
              </a:tabLst>
            </a:pP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clause specifies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join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criteria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outer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joins.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03398" y="1959101"/>
            <a:ext cx="5172710" cy="2336800"/>
            <a:chOff x="2803398" y="1959101"/>
            <a:chExt cx="5172710" cy="23368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3596" y="2019299"/>
              <a:ext cx="5112258" cy="22760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3398" y="1959101"/>
              <a:ext cx="5082540" cy="2246630"/>
            </a:xfrm>
            <a:custGeom>
              <a:avLst/>
              <a:gdLst/>
              <a:ahLst/>
              <a:cxnLst/>
              <a:rect l="l" t="t" r="r" b="b"/>
              <a:pathLst>
                <a:path w="5082540" h="2246629">
                  <a:moveTo>
                    <a:pt x="5082540" y="0"/>
                  </a:moveTo>
                  <a:lnTo>
                    <a:pt x="0" y="0"/>
                  </a:lnTo>
                  <a:lnTo>
                    <a:pt x="0" y="2246376"/>
                  </a:lnTo>
                  <a:lnTo>
                    <a:pt x="5082540" y="2246376"/>
                  </a:lnTo>
                  <a:lnTo>
                    <a:pt x="5082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03398" y="1959101"/>
            <a:ext cx="5082540" cy="224663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532765" marR="1458595" indent="-445134">
              <a:lnSpc>
                <a:spcPct val="100000"/>
              </a:lnSpc>
              <a:spcBef>
                <a:spcPts val="1155"/>
              </a:spcBef>
            </a:pPr>
            <a:r>
              <a:rPr sz="1800" b="1" dirty="0">
                <a:latin typeface="Arial"/>
                <a:cs typeface="Arial"/>
              </a:rPr>
              <a:t>SELECT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column-1</a:t>
            </a:r>
            <a:r>
              <a:rPr sz="1800" i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&lt;,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…</a:t>
            </a:r>
            <a:r>
              <a:rPr sz="1800" i="1" spc="-5" dirty="0">
                <a:latin typeface="Arial"/>
                <a:cs typeface="Arial"/>
              </a:rPr>
              <a:t>column-n</a:t>
            </a:r>
            <a:r>
              <a:rPr sz="1800" spc="-5" dirty="0">
                <a:latin typeface="Arial MT"/>
                <a:cs typeface="Arial MT"/>
              </a:rPr>
              <a:t>&gt;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FROM </a:t>
            </a:r>
            <a:r>
              <a:rPr sz="1800" i="1" spc="-5" dirty="0">
                <a:latin typeface="Arial"/>
                <a:cs typeface="Arial"/>
              </a:rPr>
              <a:t>table-1 </a:t>
            </a:r>
            <a:r>
              <a:rPr sz="1800" i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LEFT</a:t>
            </a:r>
            <a:r>
              <a:rPr sz="1800" spc="-5" dirty="0">
                <a:latin typeface="Arial MT"/>
                <a:cs typeface="Arial MT"/>
              </a:rPr>
              <a:t>|</a:t>
            </a:r>
            <a:r>
              <a:rPr sz="1800" b="1" spc="-5" dirty="0">
                <a:latin typeface="Arial"/>
                <a:cs typeface="Arial"/>
              </a:rPr>
              <a:t>RIGHT</a:t>
            </a:r>
            <a:r>
              <a:rPr sz="1800" spc="-5" dirty="0">
                <a:latin typeface="Arial MT"/>
                <a:cs typeface="Arial MT"/>
              </a:rPr>
              <a:t>|</a:t>
            </a:r>
            <a:r>
              <a:rPr sz="1800" b="1" spc="-5" dirty="0">
                <a:latin typeface="Arial"/>
                <a:cs typeface="Arial"/>
              </a:rPr>
              <a:t>FULL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JOIN</a:t>
            </a:r>
            <a:endParaRPr sz="1800" dirty="0">
              <a:latin typeface="Arial"/>
              <a:cs typeface="Arial"/>
            </a:endParaRPr>
          </a:p>
          <a:p>
            <a:pPr marR="2044064" algn="ctr">
              <a:lnSpc>
                <a:spcPct val="100000"/>
              </a:lnSpc>
            </a:pPr>
            <a:r>
              <a:rPr sz="1800" i="1" spc="-5" dirty="0">
                <a:latin typeface="Arial"/>
                <a:cs typeface="Arial"/>
              </a:rPr>
              <a:t>table-2</a:t>
            </a:r>
            <a:endParaRPr sz="1800" dirty="0">
              <a:latin typeface="Arial"/>
              <a:cs typeface="Arial"/>
            </a:endParaRPr>
          </a:p>
          <a:p>
            <a:pPr marR="1995805" algn="ctr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join-condition(s)</a:t>
            </a:r>
            <a:endParaRPr sz="1800" dirty="0">
              <a:latin typeface="Arial"/>
              <a:cs typeface="Arial"/>
            </a:endParaRPr>
          </a:p>
          <a:p>
            <a:pPr marR="1546860" algn="ctr">
              <a:lnSpc>
                <a:spcPts val="2135"/>
              </a:lnSpc>
            </a:pPr>
            <a:r>
              <a:rPr sz="1800" spc="-5" dirty="0">
                <a:latin typeface="Arial MT"/>
                <a:cs typeface="Arial MT"/>
              </a:rPr>
              <a:t>&lt;</a:t>
            </a:r>
            <a:r>
              <a:rPr sz="1800" i="1" spc="-5" dirty="0">
                <a:latin typeface="Arial"/>
                <a:cs typeface="Arial"/>
              </a:rPr>
              <a:t>other</a:t>
            </a:r>
            <a:r>
              <a:rPr sz="1800" i="1" spc="-4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clauses</a:t>
            </a:r>
            <a:r>
              <a:rPr sz="1800" spc="-5" dirty="0">
                <a:latin typeface="Arial MT"/>
                <a:cs typeface="Arial MT"/>
              </a:rPr>
              <a:t>&gt;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342" y="346328"/>
            <a:ext cx="45396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Determining</a:t>
            </a:r>
            <a:r>
              <a:rPr spc="-45" dirty="0"/>
              <a:t> </a:t>
            </a:r>
            <a:r>
              <a:rPr spc="-10" dirty="0"/>
              <a:t>Left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Right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7354" y="973582"/>
            <a:ext cx="7496175" cy="36106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position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the </a:t>
            </a:r>
            <a:r>
              <a:rPr sz="2400" spc="-5" dirty="0">
                <a:latin typeface="Arial MT"/>
                <a:cs typeface="Arial MT"/>
              </a:rPr>
              <a:t>tables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clause.</a:t>
            </a:r>
            <a:endParaRPr sz="2400">
              <a:latin typeface="Arial MT"/>
              <a:cs typeface="Arial MT"/>
            </a:endParaRPr>
          </a:p>
          <a:p>
            <a:pPr marL="467995" marR="329565" indent="-341630">
              <a:lnSpc>
                <a:spcPct val="100000"/>
              </a:lnSpc>
              <a:spcBef>
                <a:spcPts val="575"/>
              </a:spcBef>
              <a:buClr>
                <a:srgbClr val="44536A"/>
              </a:buClr>
              <a:buSzPct val="68750"/>
              <a:buFont typeface="Wingdings"/>
              <a:buChar char=""/>
              <a:tabLst>
                <a:tab pos="467995" algn="l"/>
                <a:tab pos="468630" algn="l"/>
              </a:tabLst>
            </a:pPr>
            <a:r>
              <a:rPr sz="2400" dirty="0">
                <a:latin typeface="Arial MT"/>
                <a:cs typeface="Arial MT"/>
              </a:rPr>
              <a:t>Left</a:t>
            </a:r>
            <a:r>
              <a:rPr sz="2400" spc="-5" dirty="0">
                <a:latin typeface="Arial MT"/>
                <a:cs typeface="Arial MT"/>
              </a:rPr>
              <a:t> joins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include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rows</a:t>
            </a:r>
            <a:r>
              <a:rPr sz="2400" dirty="0">
                <a:latin typeface="Arial MT"/>
                <a:cs typeface="Arial MT"/>
              </a:rPr>
              <a:t> 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first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(left)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 </a:t>
            </a:r>
            <a:r>
              <a:rPr sz="2400" dirty="0">
                <a:latin typeface="Arial MT"/>
                <a:cs typeface="Arial MT"/>
              </a:rPr>
              <a:t>if there are no </a:t>
            </a:r>
            <a:r>
              <a:rPr sz="2400" spc="-5" dirty="0">
                <a:latin typeface="Arial MT"/>
                <a:cs typeface="Arial MT"/>
              </a:rPr>
              <a:t>matching </a:t>
            </a:r>
            <a:r>
              <a:rPr sz="2400" dirty="0">
                <a:latin typeface="Arial MT"/>
                <a:cs typeface="Arial MT"/>
              </a:rPr>
              <a:t>rows in the </a:t>
            </a:r>
            <a:r>
              <a:rPr sz="2400" spc="-5" dirty="0">
                <a:latin typeface="Arial MT"/>
                <a:cs typeface="Arial MT"/>
              </a:rPr>
              <a:t>second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(right)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table.</a:t>
            </a:r>
            <a:endParaRPr sz="2400">
              <a:latin typeface="Arial MT"/>
              <a:cs typeface="Arial MT"/>
            </a:endParaRPr>
          </a:p>
          <a:p>
            <a:pPr marL="467995" marR="105410" indent="-341630">
              <a:lnSpc>
                <a:spcPct val="100000"/>
              </a:lnSpc>
              <a:spcBef>
                <a:spcPts val="580"/>
              </a:spcBef>
              <a:buClr>
                <a:srgbClr val="44536A"/>
              </a:buClr>
              <a:buSzPct val="68750"/>
              <a:buFont typeface="Wingdings"/>
              <a:buChar char=""/>
              <a:tabLst>
                <a:tab pos="467995" algn="l"/>
                <a:tab pos="468630" algn="l"/>
              </a:tabLst>
            </a:pPr>
            <a:r>
              <a:rPr sz="2400" spc="-5" dirty="0">
                <a:latin typeface="Arial MT"/>
                <a:cs typeface="Arial MT"/>
              </a:rPr>
              <a:t>Right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joins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include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rows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second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(right)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</a:t>
            </a:r>
            <a:r>
              <a:rPr sz="2400" dirty="0">
                <a:latin typeface="Arial MT"/>
                <a:cs typeface="Arial MT"/>
              </a:rPr>
              <a:t> if there</a:t>
            </a:r>
            <a:r>
              <a:rPr sz="2400" spc="-5" dirty="0">
                <a:latin typeface="Arial MT"/>
                <a:cs typeface="Arial MT"/>
              </a:rPr>
              <a:t> 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dirty="0">
                <a:latin typeface="Arial MT"/>
                <a:cs typeface="Arial MT"/>
              </a:rPr>
              <a:t> matching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rows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the first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(left)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table.</a:t>
            </a:r>
            <a:endParaRPr sz="2400">
              <a:latin typeface="Arial MT"/>
              <a:cs typeface="Arial MT"/>
            </a:endParaRPr>
          </a:p>
          <a:p>
            <a:pPr marL="467995" marR="309880" indent="-341630">
              <a:lnSpc>
                <a:spcPct val="100000"/>
              </a:lnSpc>
              <a:spcBef>
                <a:spcPts val="575"/>
              </a:spcBef>
              <a:buClr>
                <a:srgbClr val="44536A"/>
              </a:buClr>
              <a:buSzPct val="68750"/>
              <a:buFont typeface="Wingdings"/>
              <a:buChar char=""/>
              <a:tabLst>
                <a:tab pos="467995" algn="l"/>
                <a:tab pos="468630" algn="l"/>
              </a:tabLst>
            </a:pPr>
            <a:r>
              <a:rPr sz="2400" spc="-5" dirty="0">
                <a:latin typeface="Arial MT"/>
                <a:cs typeface="Arial MT"/>
              </a:rPr>
              <a:t>Full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joins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include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rows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matching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rows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either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table.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66972" y="5341492"/>
            <a:ext cx="3439160" cy="965835"/>
            <a:chOff x="3466972" y="5341492"/>
            <a:chExt cx="3439160" cy="965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1775" y="5416295"/>
              <a:ext cx="3364229" cy="8907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8247" y="5513831"/>
              <a:ext cx="3397757" cy="75514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81577" y="5356097"/>
              <a:ext cx="3335020" cy="861060"/>
            </a:xfrm>
            <a:custGeom>
              <a:avLst/>
              <a:gdLst/>
              <a:ahLst/>
              <a:cxnLst/>
              <a:rect l="l" t="t" r="r" b="b"/>
              <a:pathLst>
                <a:path w="3335020" h="861060">
                  <a:moveTo>
                    <a:pt x="3334512" y="0"/>
                  </a:moveTo>
                  <a:lnTo>
                    <a:pt x="0" y="0"/>
                  </a:lnTo>
                  <a:lnTo>
                    <a:pt x="0" y="861059"/>
                  </a:lnTo>
                  <a:lnTo>
                    <a:pt x="3334512" y="861059"/>
                  </a:lnTo>
                  <a:lnTo>
                    <a:pt x="3334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81577" y="5356097"/>
              <a:ext cx="3335020" cy="861060"/>
            </a:xfrm>
            <a:custGeom>
              <a:avLst/>
              <a:gdLst/>
              <a:ahLst/>
              <a:cxnLst/>
              <a:rect l="l" t="t" r="r" b="b"/>
              <a:pathLst>
                <a:path w="3335020" h="861060">
                  <a:moveTo>
                    <a:pt x="0" y="861059"/>
                  </a:moveTo>
                  <a:lnTo>
                    <a:pt x="3334512" y="861059"/>
                  </a:lnTo>
                  <a:lnTo>
                    <a:pt x="3334512" y="0"/>
                  </a:lnTo>
                  <a:lnTo>
                    <a:pt x="0" y="0"/>
                  </a:lnTo>
                  <a:lnTo>
                    <a:pt x="0" y="86105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58032" y="5488940"/>
            <a:ext cx="3149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table-1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join-type</a:t>
            </a:r>
            <a:r>
              <a:rPr sz="1800" i="1" spc="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table-2</a:t>
            </a:r>
            <a:endParaRPr sz="180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join-condition(s)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23430" y="4928108"/>
            <a:ext cx="789940" cy="580390"/>
          </a:xfrm>
          <a:custGeom>
            <a:avLst/>
            <a:gdLst/>
            <a:ahLst/>
            <a:cxnLst/>
            <a:rect l="l" t="t" r="r" b="b"/>
            <a:pathLst>
              <a:path w="789940" h="580389">
                <a:moveTo>
                  <a:pt x="120650" y="422021"/>
                </a:moveTo>
                <a:lnTo>
                  <a:pt x="0" y="580136"/>
                </a:lnTo>
                <a:lnTo>
                  <a:pt x="187705" y="514604"/>
                </a:lnTo>
                <a:lnTo>
                  <a:pt x="173448" y="494919"/>
                </a:lnTo>
                <a:lnTo>
                  <a:pt x="149987" y="494919"/>
                </a:lnTo>
                <a:lnTo>
                  <a:pt x="127635" y="464058"/>
                </a:lnTo>
                <a:lnTo>
                  <a:pt x="143017" y="452903"/>
                </a:lnTo>
                <a:lnTo>
                  <a:pt x="120650" y="422021"/>
                </a:lnTo>
                <a:close/>
              </a:path>
              <a:path w="789940" h="580389">
                <a:moveTo>
                  <a:pt x="143017" y="452903"/>
                </a:moveTo>
                <a:lnTo>
                  <a:pt x="127635" y="464058"/>
                </a:lnTo>
                <a:lnTo>
                  <a:pt x="149987" y="494919"/>
                </a:lnTo>
                <a:lnTo>
                  <a:pt x="165369" y="483764"/>
                </a:lnTo>
                <a:lnTo>
                  <a:pt x="143017" y="452903"/>
                </a:lnTo>
                <a:close/>
              </a:path>
              <a:path w="789940" h="580389">
                <a:moveTo>
                  <a:pt x="165369" y="483764"/>
                </a:moveTo>
                <a:lnTo>
                  <a:pt x="149987" y="494919"/>
                </a:lnTo>
                <a:lnTo>
                  <a:pt x="173448" y="494919"/>
                </a:lnTo>
                <a:lnTo>
                  <a:pt x="165369" y="483764"/>
                </a:lnTo>
                <a:close/>
              </a:path>
              <a:path w="789940" h="580389">
                <a:moveTo>
                  <a:pt x="767588" y="0"/>
                </a:moveTo>
                <a:lnTo>
                  <a:pt x="143017" y="452903"/>
                </a:lnTo>
                <a:lnTo>
                  <a:pt x="165369" y="483764"/>
                </a:lnTo>
                <a:lnTo>
                  <a:pt x="789940" y="30861"/>
                </a:lnTo>
                <a:lnTo>
                  <a:pt x="767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14893" y="4703826"/>
            <a:ext cx="1503045" cy="487680"/>
          </a:xfrm>
          <a:prstGeom prst="rect">
            <a:avLst/>
          </a:prstGeom>
          <a:solidFill>
            <a:srgbClr val="FFF1BD"/>
          </a:solidFill>
          <a:ln w="38100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Arial"/>
                <a:cs typeface="Arial"/>
              </a:rPr>
              <a:t>Right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25646" y="4933569"/>
            <a:ext cx="855344" cy="558800"/>
          </a:xfrm>
          <a:custGeom>
            <a:avLst/>
            <a:gdLst/>
            <a:ahLst/>
            <a:cxnLst/>
            <a:rect l="l" t="t" r="r" b="b"/>
            <a:pathLst>
              <a:path w="855345" h="558800">
                <a:moveTo>
                  <a:pt x="684251" y="471546"/>
                </a:moveTo>
                <a:lnTo>
                  <a:pt x="663701" y="503554"/>
                </a:lnTo>
                <a:lnTo>
                  <a:pt x="854963" y="558418"/>
                </a:lnTo>
                <a:lnTo>
                  <a:pt x="789267" y="481837"/>
                </a:lnTo>
                <a:lnTo>
                  <a:pt x="700277" y="481837"/>
                </a:lnTo>
                <a:lnTo>
                  <a:pt x="684251" y="471546"/>
                </a:lnTo>
                <a:close/>
              </a:path>
              <a:path w="855345" h="558800">
                <a:moveTo>
                  <a:pt x="704900" y="439383"/>
                </a:moveTo>
                <a:lnTo>
                  <a:pt x="684251" y="471546"/>
                </a:lnTo>
                <a:lnTo>
                  <a:pt x="700277" y="481837"/>
                </a:lnTo>
                <a:lnTo>
                  <a:pt x="720978" y="449706"/>
                </a:lnTo>
                <a:lnTo>
                  <a:pt x="704900" y="439383"/>
                </a:lnTo>
                <a:close/>
              </a:path>
              <a:path w="855345" h="558800">
                <a:moveTo>
                  <a:pt x="725424" y="407415"/>
                </a:moveTo>
                <a:lnTo>
                  <a:pt x="704900" y="439383"/>
                </a:lnTo>
                <a:lnTo>
                  <a:pt x="720978" y="449706"/>
                </a:lnTo>
                <a:lnTo>
                  <a:pt x="700277" y="481837"/>
                </a:lnTo>
                <a:lnTo>
                  <a:pt x="789267" y="481837"/>
                </a:lnTo>
                <a:lnTo>
                  <a:pt x="725424" y="407415"/>
                </a:lnTo>
                <a:close/>
              </a:path>
              <a:path w="855345" h="558800">
                <a:moveTo>
                  <a:pt x="20574" y="0"/>
                </a:moveTo>
                <a:lnTo>
                  <a:pt x="0" y="32130"/>
                </a:lnTo>
                <a:lnTo>
                  <a:pt x="684251" y="471546"/>
                </a:lnTo>
                <a:lnTo>
                  <a:pt x="704900" y="439383"/>
                </a:lnTo>
                <a:lnTo>
                  <a:pt x="205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31770" y="4709921"/>
            <a:ext cx="1316990" cy="487680"/>
          </a:xfrm>
          <a:prstGeom prst="rect">
            <a:avLst/>
          </a:prstGeom>
          <a:solidFill>
            <a:srgbClr val="FFF1BD"/>
          </a:solidFill>
          <a:ln w="38100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665"/>
              </a:spcBef>
            </a:pPr>
            <a:r>
              <a:rPr sz="2000" b="1" dirty="0">
                <a:latin typeface="Arial"/>
                <a:cs typeface="Arial"/>
              </a:rPr>
              <a:t>Left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4236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Left</a:t>
            </a:r>
            <a:r>
              <a:rPr spc="-80" dirty="0"/>
              <a:t> </a:t>
            </a:r>
            <a:r>
              <a:rPr dirty="0"/>
              <a:t>Join</a:t>
            </a:r>
          </a:p>
        </p:txBody>
      </p:sp>
      <p:sp>
        <p:nvSpPr>
          <p:cNvPr id="3" name="object 3"/>
          <p:cNvSpPr/>
          <p:nvPr/>
        </p:nvSpPr>
        <p:spPr>
          <a:xfrm>
            <a:off x="3632453" y="3013710"/>
            <a:ext cx="4704715" cy="1073150"/>
          </a:xfrm>
          <a:custGeom>
            <a:avLst/>
            <a:gdLst/>
            <a:ahLst/>
            <a:cxnLst/>
            <a:rect l="l" t="t" r="r" b="b"/>
            <a:pathLst>
              <a:path w="4704715" h="1073150">
                <a:moveTo>
                  <a:pt x="0" y="1072895"/>
                </a:moveTo>
                <a:lnTo>
                  <a:pt x="4704588" y="1072895"/>
                </a:lnTo>
                <a:lnTo>
                  <a:pt x="4704588" y="0"/>
                </a:lnTo>
                <a:lnTo>
                  <a:pt x="0" y="0"/>
                </a:lnTo>
                <a:lnTo>
                  <a:pt x="0" y="1072895"/>
                </a:lnTo>
                <a:close/>
              </a:path>
            </a:pathLst>
          </a:custGeom>
          <a:ln w="381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7400" y="3368040"/>
            <a:ext cx="1658620" cy="337185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8255">
              <a:lnSpc>
                <a:spcPts val="2325"/>
              </a:lnSpc>
            </a:pPr>
            <a:r>
              <a:rPr sz="2400" b="1" spc="-10" dirty="0">
                <a:latin typeface="Courier New"/>
                <a:cs typeface="Courier New"/>
              </a:rPr>
              <a:t>left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join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3508" y="2974085"/>
            <a:ext cx="457517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665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  <a:p>
            <a:pPr marL="548005">
              <a:lnSpc>
                <a:spcPts val="2665"/>
              </a:lnSpc>
              <a:tabLst>
                <a:tab pos="4016375" algn="l"/>
              </a:tabLst>
            </a:pPr>
            <a:r>
              <a:rPr sz="2400" b="1" spc="-5" dirty="0">
                <a:latin typeface="Courier New"/>
                <a:cs typeface="Courier New"/>
              </a:rPr>
              <a:t>fro</a:t>
            </a:r>
            <a:r>
              <a:rPr sz="2400" b="1" dirty="0">
                <a:latin typeface="Courier New"/>
                <a:cs typeface="Courier New"/>
              </a:rPr>
              <a:t>m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dirty="0">
                <a:latin typeface="Courier New"/>
                <a:cs typeface="Courier New"/>
              </a:rPr>
              <a:t>e	</a:t>
            </a:r>
            <a:r>
              <a:rPr sz="2400" b="1" spc="-15" dirty="0">
                <a:latin typeface="Courier New"/>
                <a:cs typeface="Courier New"/>
              </a:rPr>
              <a:t>tw</a:t>
            </a:r>
            <a:r>
              <a:rPr sz="2400" b="1" dirty="0">
                <a:latin typeface="Courier New"/>
                <a:cs typeface="Courier New"/>
              </a:rPr>
              <a:t>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1644" y="3680459"/>
            <a:ext cx="391795" cy="33528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8890">
              <a:lnSpc>
                <a:spcPts val="2315"/>
              </a:lnSpc>
            </a:pPr>
            <a:r>
              <a:rPr sz="2400" b="1" spc="-10" dirty="0">
                <a:latin typeface="Courier New"/>
                <a:cs typeface="Courier New"/>
              </a:rPr>
              <a:t>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6379" y="3596132"/>
            <a:ext cx="2569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one.x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two.x;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4608" y="1046734"/>
            <a:ext cx="1475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Arial"/>
                <a:cs typeface="Arial"/>
              </a:rPr>
              <a:t>Table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92512" y="1418272"/>
          <a:ext cx="1524635" cy="123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R="280670" algn="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702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750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702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750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515">
                <a:tc>
                  <a:txBody>
                    <a:bodyPr/>
                    <a:lstStyle/>
                    <a:p>
                      <a:pPr marR="287020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7500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b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992239" y="1048003"/>
            <a:ext cx="147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Arial"/>
                <a:cs typeface="Arial"/>
              </a:rPr>
              <a:t>Table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55" dirty="0">
                <a:latin typeface="Arial"/>
                <a:cs typeface="Arial"/>
              </a:rPr>
              <a:t>Two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89762" y="1420812"/>
          <a:ext cx="1522730" cy="1227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450">
                <a:tc>
                  <a:txBody>
                    <a:bodyPr/>
                    <a:lstStyle/>
                    <a:p>
                      <a:pPr marL="1270" algn="ctr">
                        <a:lnSpc>
                          <a:spcPts val="217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2540" algn="ctr">
                        <a:lnSpc>
                          <a:spcPts val="231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1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2540" algn="ctr">
                        <a:lnSpc>
                          <a:spcPts val="232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2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450">
                <a:tc>
                  <a:txBody>
                    <a:bodyPr/>
                    <a:lstStyle/>
                    <a:p>
                      <a:pPr marL="2540" algn="ctr">
                        <a:lnSpc>
                          <a:spcPts val="231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1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59556"/>
              </p:ext>
            </p:extLst>
          </p:nvPr>
        </p:nvGraphicFramePr>
        <p:xfrm>
          <a:off x="4654613" y="4514913"/>
          <a:ext cx="2844800" cy="1274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279400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150"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7276" y="91439"/>
            <a:ext cx="3185160" cy="3333115"/>
          </a:xfrm>
          <a:custGeom>
            <a:avLst/>
            <a:gdLst/>
            <a:ahLst/>
            <a:cxnLst/>
            <a:rect l="l" t="t" r="r" b="b"/>
            <a:pathLst>
              <a:path w="3185160" h="3333115">
                <a:moveTo>
                  <a:pt x="0" y="3332987"/>
                </a:moveTo>
                <a:lnTo>
                  <a:pt x="3185160" y="3332987"/>
                </a:lnTo>
                <a:lnTo>
                  <a:pt x="3185160" y="0"/>
                </a:lnTo>
                <a:lnTo>
                  <a:pt x="0" y="0"/>
                </a:lnTo>
                <a:lnTo>
                  <a:pt x="0" y="3332987"/>
                </a:lnTo>
                <a:close/>
              </a:path>
            </a:pathLst>
          </a:custGeom>
          <a:ln w="9144">
            <a:solidFill>
              <a:srgbClr val="4D4D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970" y="2829509"/>
            <a:ext cx="1278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61415" algn="l"/>
              </a:tabLst>
            </a:pPr>
            <a:r>
              <a:rPr sz="1800" dirty="0">
                <a:latin typeface="Calibri Light"/>
                <a:cs typeface="Calibri Light"/>
              </a:rPr>
              <a:t>| 11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mi</a:t>
            </a:r>
            <a:r>
              <a:rPr sz="1800" spc="-30" dirty="0">
                <a:latin typeface="Calibri Light"/>
                <a:cs typeface="Calibri Light"/>
              </a:rPr>
              <a:t>t</a:t>
            </a:r>
            <a:r>
              <a:rPr sz="1800" dirty="0">
                <a:latin typeface="Calibri Light"/>
                <a:cs typeface="Calibri Light"/>
              </a:rPr>
              <a:t>a	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8970" y="113792"/>
            <a:ext cx="2715260" cy="301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50"/>
              </a:lnSpc>
              <a:spcBef>
                <a:spcPts val="100"/>
              </a:spcBef>
            </a:pPr>
            <a:r>
              <a:rPr sz="1800" spc="-15" dirty="0">
                <a:latin typeface="Calibri Light"/>
                <a:cs typeface="Calibri Light"/>
              </a:rPr>
              <a:t>mysql&gt;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select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* </a:t>
            </a:r>
            <a:r>
              <a:rPr sz="1800" spc="-10" dirty="0">
                <a:latin typeface="Calibri Light"/>
                <a:cs typeface="Calibri Light"/>
              </a:rPr>
              <a:t>from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table_1;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394335" algn="l"/>
                <a:tab pos="1069340" algn="l"/>
                <a:tab pos="1604645" algn="l"/>
              </a:tabLst>
            </a:pP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ID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fname</a:t>
            </a:r>
            <a:r>
              <a:rPr sz="1800" spc="39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age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394335" algn="l"/>
                <a:tab pos="1069340" algn="l"/>
                <a:tab pos="1604645" algn="l"/>
              </a:tabLst>
            </a:pP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022350" algn="l"/>
                <a:tab pos="12827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1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Arti	|	25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44145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2</a:t>
            </a:r>
            <a:r>
              <a:rPr sz="1800" spc="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Sachin |	32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106170" algn="l"/>
                <a:tab pos="136652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3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Abhi	|	26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3970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4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5" dirty="0">
                <a:latin typeface="Calibri Light"/>
                <a:cs typeface="Calibri Light"/>
              </a:rPr>
              <a:t>smita</a:t>
            </a:r>
            <a:r>
              <a:rPr sz="1800" spc="4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29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3208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5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Aditi</a:t>
            </a:r>
            <a:r>
              <a:rPr sz="1800" spc="4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25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47574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7</a:t>
            </a:r>
            <a:r>
              <a:rPr sz="1800" spc="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Samar</a:t>
            </a:r>
            <a:r>
              <a:rPr sz="1800" spc="409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32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44526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9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9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10" dirty="0">
                <a:latin typeface="Calibri Light"/>
                <a:cs typeface="Calibri Light"/>
              </a:rPr>
              <a:t>abhay</a:t>
            </a:r>
            <a:r>
              <a:rPr sz="1800" spc="409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26</a:t>
            </a:r>
            <a:r>
              <a:rPr sz="1800" spc="-9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 marL="1423035">
              <a:lnSpc>
                <a:spcPts val="2050"/>
              </a:lnSpc>
            </a:pPr>
            <a:r>
              <a:rPr sz="1800" dirty="0">
                <a:latin typeface="Calibri Light"/>
                <a:cs typeface="Calibri Light"/>
              </a:rPr>
              <a:t>29</a:t>
            </a:r>
            <a:r>
              <a:rPr sz="1800" spc="-9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8970" y="3077083"/>
            <a:ext cx="173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 Light"/>
                <a:cs typeface="Calibri Light"/>
              </a:rPr>
              <a:t>+----+--------+------+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7276" y="3424428"/>
            <a:ext cx="3185160" cy="3081655"/>
          </a:xfrm>
          <a:custGeom>
            <a:avLst/>
            <a:gdLst/>
            <a:ahLst/>
            <a:cxnLst/>
            <a:rect l="l" t="t" r="r" b="b"/>
            <a:pathLst>
              <a:path w="3185160" h="3081654">
                <a:moveTo>
                  <a:pt x="0" y="3081528"/>
                </a:moveTo>
                <a:lnTo>
                  <a:pt x="3185160" y="3081528"/>
                </a:lnTo>
                <a:lnTo>
                  <a:pt x="3185160" y="0"/>
                </a:lnTo>
                <a:lnTo>
                  <a:pt x="0" y="0"/>
                </a:lnTo>
                <a:lnTo>
                  <a:pt x="0" y="30815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18970" y="3442842"/>
            <a:ext cx="27146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 Light"/>
                <a:cs typeface="Calibri Light"/>
              </a:rPr>
              <a:t>mysql&gt;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select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*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from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table_2;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Calibri Light"/>
                <a:cs typeface="Calibri Light"/>
              </a:rPr>
              <a:t>+------+--------+------------+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tabLst>
                <a:tab pos="505459" algn="l"/>
                <a:tab pos="2435860" algn="l"/>
              </a:tabLst>
            </a:pPr>
            <a:r>
              <a:rPr sz="1800" dirty="0">
                <a:latin typeface="Calibri Light"/>
                <a:cs typeface="Calibri Light"/>
              </a:rPr>
              <a:t>| ID	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lname</a:t>
            </a:r>
            <a:r>
              <a:rPr sz="1800" spc="4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5" dirty="0">
                <a:latin typeface="Calibri Light"/>
                <a:cs typeface="Calibri Light"/>
              </a:rPr>
              <a:t>Address	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Calibri Light"/>
                <a:cs typeface="Calibri Light"/>
              </a:rPr>
              <a:t>+------+--------+------------+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8970" y="4539818"/>
            <a:ext cx="27901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sz="1800" dirty="0">
                <a:latin typeface="Calibri Light"/>
                <a:cs typeface="Calibri Light"/>
              </a:rPr>
              <a:t>|	1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Gawade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Karvenagar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1092" y="4814696"/>
            <a:ext cx="2324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69545">
              <a:lnSpc>
                <a:spcPct val="100000"/>
              </a:lnSpc>
              <a:spcBef>
                <a:spcPts val="100"/>
              </a:spcBef>
              <a:buAutoNum type="arabicPlain" startAt="2"/>
              <a:tabLst>
                <a:tab pos="169545" algn="l"/>
                <a:tab pos="1014730" algn="l"/>
                <a:tab pos="2032000" algn="l"/>
              </a:tabLst>
            </a:pPr>
            <a:r>
              <a:rPr sz="1800" dirty="0">
                <a:latin typeface="Calibri Light"/>
                <a:cs typeface="Calibri Light"/>
              </a:rPr>
              <a:t>| Mane	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Warje	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 marR="5080">
              <a:lnSpc>
                <a:spcPct val="100000"/>
              </a:lnSpc>
              <a:buAutoNum type="arabicPlain" startAt="2"/>
              <a:tabLst>
                <a:tab pos="169545" algn="l"/>
                <a:tab pos="20574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Bhise</a:t>
            </a:r>
            <a:r>
              <a:rPr sz="1800" spc="38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Manikbaug</a:t>
            </a:r>
            <a:r>
              <a:rPr sz="1800" spc="39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39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4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Chavan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Baner	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8970" y="5637682"/>
            <a:ext cx="2291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534670" algn="l"/>
                <a:tab pos="1209675" algn="l"/>
                <a:tab pos="2164080" algn="l"/>
              </a:tabLst>
            </a:pP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1800" dirty="0">
                <a:latin typeface="Calibri Light"/>
                <a:cs typeface="Calibri Light"/>
              </a:rPr>
              <a:t>+  4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rows</a:t>
            </a:r>
            <a:r>
              <a:rPr sz="1800" dirty="0">
                <a:latin typeface="Calibri Light"/>
                <a:cs typeface="Calibri Light"/>
              </a:rPr>
              <a:t> in</a:t>
            </a:r>
            <a:r>
              <a:rPr sz="1800" spc="-5" dirty="0">
                <a:latin typeface="Calibri Light"/>
                <a:cs typeface="Calibri Light"/>
              </a:rPr>
              <a:t> set </a:t>
            </a:r>
            <a:r>
              <a:rPr sz="1800" dirty="0">
                <a:latin typeface="Calibri Light"/>
                <a:cs typeface="Calibri Light"/>
              </a:rPr>
              <a:t>(0.00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sec)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3050" y="735583"/>
            <a:ext cx="316801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mysql&gt; </a:t>
            </a:r>
            <a:r>
              <a:rPr sz="2000" b="1" dirty="0">
                <a:latin typeface="Calibri"/>
                <a:cs typeface="Calibri"/>
              </a:rPr>
              <a:t>select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fname,lname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from </a:t>
            </a:r>
            <a:r>
              <a:rPr sz="2000" b="1" spc="-5" dirty="0">
                <a:latin typeface="Calibri"/>
                <a:cs typeface="Calibri"/>
              </a:rPr>
              <a:t>table_1 left join table_2 </a:t>
            </a:r>
            <a:r>
              <a:rPr sz="2000" b="1" dirty="0">
                <a:latin typeface="Calibri"/>
                <a:cs typeface="Calibri"/>
              </a:rPr>
              <a:t> on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table_1.ID=table_2.ID;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+--------+--------+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fname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lname</a:t>
            </a:r>
            <a:r>
              <a:rPr sz="2000" spc="4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+--------+--------+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3050" y="2564638"/>
            <a:ext cx="1941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8505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Arti	|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Gawade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53050" y="2869133"/>
            <a:ext cx="19939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63089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Sachin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Mane	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3050" y="3174619"/>
            <a:ext cx="18078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0580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Abhi	|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Bhise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3050" y="3479419"/>
            <a:ext cx="1981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smita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Chavan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53050" y="3784219"/>
            <a:ext cx="1802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1320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dit</a:t>
            </a:r>
            <a:r>
              <a:rPr sz="2000" dirty="0">
                <a:latin typeface="Calibri"/>
                <a:cs typeface="Calibri"/>
              </a:rPr>
              <a:t>i 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ULL	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3050" y="4089019"/>
            <a:ext cx="197294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2135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amar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NULL	|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807845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abhay</a:t>
            </a:r>
            <a:r>
              <a:rPr sz="2000" spc="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 </a:t>
            </a:r>
            <a:r>
              <a:rPr sz="2000" spc="-5" dirty="0">
                <a:latin typeface="Calibri"/>
                <a:cs typeface="Calibri"/>
              </a:rPr>
              <a:t>NULL	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3050" y="4698872"/>
            <a:ext cx="1842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" algn="l"/>
                <a:tab pos="1712595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a	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ULL	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3050" y="5003672"/>
            <a:ext cx="23774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+--------+--------+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8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rows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(0.00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64592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Right</a:t>
            </a:r>
            <a:r>
              <a:rPr spc="-75" dirty="0"/>
              <a:t> </a:t>
            </a:r>
            <a:r>
              <a:rPr dirty="0"/>
              <a:t>Join</a:t>
            </a:r>
          </a:p>
        </p:txBody>
      </p:sp>
      <p:sp>
        <p:nvSpPr>
          <p:cNvPr id="3" name="object 3"/>
          <p:cNvSpPr/>
          <p:nvPr/>
        </p:nvSpPr>
        <p:spPr>
          <a:xfrm>
            <a:off x="3632453" y="3013710"/>
            <a:ext cx="4904740" cy="1073150"/>
          </a:xfrm>
          <a:custGeom>
            <a:avLst/>
            <a:gdLst/>
            <a:ahLst/>
            <a:cxnLst/>
            <a:rect l="l" t="t" r="r" b="b"/>
            <a:pathLst>
              <a:path w="4904740" h="1073150">
                <a:moveTo>
                  <a:pt x="0" y="1072895"/>
                </a:moveTo>
                <a:lnTo>
                  <a:pt x="4904232" y="1072895"/>
                </a:lnTo>
                <a:lnTo>
                  <a:pt x="4904232" y="0"/>
                </a:lnTo>
                <a:lnTo>
                  <a:pt x="0" y="0"/>
                </a:lnTo>
                <a:lnTo>
                  <a:pt x="0" y="1072895"/>
                </a:lnTo>
                <a:close/>
              </a:path>
            </a:pathLst>
          </a:custGeom>
          <a:ln w="381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83508" y="2974085"/>
            <a:ext cx="2021839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665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  <a:p>
            <a:pPr marL="548005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from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two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7400" y="3368040"/>
            <a:ext cx="1841500" cy="337185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8255">
              <a:lnSpc>
                <a:spcPts val="2325"/>
              </a:lnSpc>
            </a:pPr>
            <a:r>
              <a:rPr sz="2400" b="1" spc="-10" dirty="0">
                <a:latin typeface="Courier New"/>
                <a:cs typeface="Courier New"/>
              </a:rPr>
              <a:t>right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join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1387" y="3284677"/>
            <a:ext cx="560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Courier New"/>
                <a:cs typeface="Courier New"/>
              </a:rPr>
              <a:t>o</a:t>
            </a:r>
            <a:r>
              <a:rPr sz="2400" b="1" spc="-5" dirty="0">
                <a:latin typeface="Courier New"/>
                <a:cs typeface="Courier New"/>
              </a:rPr>
              <a:t>ne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1644" y="3680459"/>
            <a:ext cx="391795" cy="33528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8890">
              <a:lnSpc>
                <a:spcPts val="2315"/>
              </a:lnSpc>
            </a:pPr>
            <a:r>
              <a:rPr sz="2400" b="1" spc="-10" dirty="0">
                <a:latin typeface="Courier New"/>
                <a:cs typeface="Courier New"/>
              </a:rPr>
              <a:t>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6379" y="3596132"/>
            <a:ext cx="2569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one.x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two.x;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97065" y="1046734"/>
            <a:ext cx="1475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Arial"/>
                <a:cs typeface="Arial"/>
              </a:rPr>
              <a:t>Table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994588" y="1418272"/>
          <a:ext cx="1523365" cy="123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R="280670" algn="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575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6865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575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6865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515">
                <a:tc>
                  <a:txBody>
                    <a:bodyPr/>
                    <a:lstStyle/>
                    <a:p>
                      <a:pPr marR="285750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594608" y="1048003"/>
            <a:ext cx="147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Arial"/>
                <a:cs typeface="Arial"/>
              </a:rPr>
              <a:t>Table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55" dirty="0">
                <a:latin typeface="Arial"/>
                <a:cs typeface="Arial"/>
              </a:rPr>
              <a:t>Two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92512" y="1420812"/>
          <a:ext cx="1522730" cy="1225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450">
                <a:tc>
                  <a:txBody>
                    <a:bodyPr/>
                    <a:lstStyle/>
                    <a:p>
                      <a:pPr marR="280670" algn="r">
                        <a:lnSpc>
                          <a:spcPts val="217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R="285115" algn="r">
                        <a:lnSpc>
                          <a:spcPts val="231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31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285115" algn="r">
                        <a:lnSpc>
                          <a:spcPts val="232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32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5750" algn="r">
                        <a:lnSpc>
                          <a:spcPts val="23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654613" y="4514913"/>
          <a:ext cx="2844800" cy="12731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R="270510" algn="r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276860" algn="r">
                        <a:lnSpc>
                          <a:spcPts val="24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4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7"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7276" y="91439"/>
            <a:ext cx="3185160" cy="3333115"/>
          </a:xfrm>
          <a:custGeom>
            <a:avLst/>
            <a:gdLst/>
            <a:ahLst/>
            <a:cxnLst/>
            <a:rect l="l" t="t" r="r" b="b"/>
            <a:pathLst>
              <a:path w="3185160" h="3333115">
                <a:moveTo>
                  <a:pt x="0" y="3332987"/>
                </a:moveTo>
                <a:lnTo>
                  <a:pt x="3185160" y="3332987"/>
                </a:lnTo>
                <a:lnTo>
                  <a:pt x="3185160" y="0"/>
                </a:lnTo>
                <a:lnTo>
                  <a:pt x="0" y="0"/>
                </a:lnTo>
                <a:lnTo>
                  <a:pt x="0" y="3332987"/>
                </a:lnTo>
                <a:close/>
              </a:path>
            </a:pathLst>
          </a:custGeom>
          <a:ln w="9144">
            <a:solidFill>
              <a:srgbClr val="4D4D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970" y="2829509"/>
            <a:ext cx="1278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61415" algn="l"/>
              </a:tabLst>
            </a:pPr>
            <a:r>
              <a:rPr sz="1800" dirty="0">
                <a:latin typeface="Calibri Light"/>
                <a:cs typeface="Calibri Light"/>
              </a:rPr>
              <a:t>| 11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mi</a:t>
            </a:r>
            <a:r>
              <a:rPr sz="1800" spc="-30" dirty="0">
                <a:latin typeface="Calibri Light"/>
                <a:cs typeface="Calibri Light"/>
              </a:rPr>
              <a:t>t</a:t>
            </a:r>
            <a:r>
              <a:rPr sz="1800" dirty="0">
                <a:latin typeface="Calibri Light"/>
                <a:cs typeface="Calibri Light"/>
              </a:rPr>
              <a:t>a	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8970" y="113792"/>
            <a:ext cx="2715260" cy="301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050"/>
              </a:lnSpc>
              <a:spcBef>
                <a:spcPts val="100"/>
              </a:spcBef>
            </a:pPr>
            <a:r>
              <a:rPr sz="1800" spc="-15" dirty="0">
                <a:latin typeface="Calibri Light"/>
                <a:cs typeface="Calibri Light"/>
              </a:rPr>
              <a:t>mysql&gt;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select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* </a:t>
            </a:r>
            <a:r>
              <a:rPr sz="1800" spc="-10" dirty="0">
                <a:latin typeface="Calibri Light"/>
                <a:cs typeface="Calibri Light"/>
              </a:rPr>
              <a:t>from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table_1;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394335" algn="l"/>
                <a:tab pos="1069340" algn="l"/>
                <a:tab pos="1604645" algn="l"/>
              </a:tabLst>
            </a:pP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ID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fname</a:t>
            </a:r>
            <a:r>
              <a:rPr sz="1800" spc="39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age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394335" algn="l"/>
                <a:tab pos="1069340" algn="l"/>
                <a:tab pos="1604645" algn="l"/>
              </a:tabLst>
            </a:pP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1800" dirty="0">
                <a:latin typeface="Calibri Light"/>
                <a:cs typeface="Calibri Light"/>
              </a:rPr>
              <a:t>+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022350" algn="l"/>
                <a:tab pos="12827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1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Arti	|	25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44145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2</a:t>
            </a:r>
            <a:r>
              <a:rPr sz="1800" spc="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Sachin |	32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106170" algn="l"/>
                <a:tab pos="136652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3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Abhi	|	26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3970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4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5" dirty="0">
                <a:latin typeface="Calibri Light"/>
                <a:cs typeface="Calibri Light"/>
              </a:rPr>
              <a:t>smita</a:t>
            </a:r>
            <a:r>
              <a:rPr sz="1800" spc="4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29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3208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5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Aditi</a:t>
            </a:r>
            <a:r>
              <a:rPr sz="1800" spc="4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25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47574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7</a:t>
            </a:r>
            <a:r>
              <a:rPr sz="1800" spc="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Samar</a:t>
            </a:r>
            <a:r>
              <a:rPr sz="1800" spc="409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32</a:t>
            </a:r>
            <a:r>
              <a:rPr sz="1800" spc="-4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ts val="1945"/>
              </a:lnSpc>
              <a:tabLst>
                <a:tab pos="144526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409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9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10" dirty="0">
                <a:latin typeface="Calibri Light"/>
                <a:cs typeface="Calibri Light"/>
              </a:rPr>
              <a:t>abhay</a:t>
            </a:r>
            <a:r>
              <a:rPr sz="1800" spc="409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	26</a:t>
            </a:r>
            <a:r>
              <a:rPr sz="1800" spc="-9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 marL="1423035">
              <a:lnSpc>
                <a:spcPts val="2050"/>
              </a:lnSpc>
            </a:pPr>
            <a:r>
              <a:rPr sz="1800" dirty="0">
                <a:latin typeface="Calibri Light"/>
                <a:cs typeface="Calibri Light"/>
              </a:rPr>
              <a:t>29</a:t>
            </a:r>
            <a:r>
              <a:rPr sz="1800" spc="-9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8970" y="3077083"/>
            <a:ext cx="173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 Light"/>
                <a:cs typeface="Calibri Light"/>
              </a:rPr>
              <a:t>+----+--------+------+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7276" y="3424428"/>
            <a:ext cx="3185160" cy="3081655"/>
          </a:xfrm>
          <a:custGeom>
            <a:avLst/>
            <a:gdLst/>
            <a:ahLst/>
            <a:cxnLst/>
            <a:rect l="l" t="t" r="r" b="b"/>
            <a:pathLst>
              <a:path w="3185160" h="3081654">
                <a:moveTo>
                  <a:pt x="0" y="3081528"/>
                </a:moveTo>
                <a:lnTo>
                  <a:pt x="3185160" y="3081528"/>
                </a:lnTo>
                <a:lnTo>
                  <a:pt x="3185160" y="0"/>
                </a:lnTo>
                <a:lnTo>
                  <a:pt x="0" y="0"/>
                </a:lnTo>
                <a:lnTo>
                  <a:pt x="0" y="308152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18970" y="3442842"/>
            <a:ext cx="27146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 Light"/>
                <a:cs typeface="Calibri Light"/>
              </a:rPr>
              <a:t>mysql&gt;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select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*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from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table_2;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Calibri Light"/>
                <a:cs typeface="Calibri Light"/>
              </a:rPr>
              <a:t>+------+--------+------------+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tabLst>
                <a:tab pos="505459" algn="l"/>
                <a:tab pos="2435860" algn="l"/>
              </a:tabLst>
            </a:pPr>
            <a:r>
              <a:rPr sz="1800" dirty="0">
                <a:latin typeface="Calibri Light"/>
                <a:cs typeface="Calibri Light"/>
              </a:rPr>
              <a:t>| ID	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lname</a:t>
            </a:r>
            <a:r>
              <a:rPr sz="1800" spc="42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5" dirty="0">
                <a:latin typeface="Calibri Light"/>
                <a:cs typeface="Calibri Light"/>
              </a:rPr>
              <a:t>Address	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spc="-5" dirty="0">
                <a:latin typeface="Calibri Light"/>
                <a:cs typeface="Calibri Light"/>
              </a:rPr>
              <a:t>+------+--------+------------+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8970" y="4539818"/>
            <a:ext cx="27901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11785" algn="l"/>
              </a:tabLst>
            </a:pPr>
            <a:r>
              <a:rPr sz="1800" dirty="0">
                <a:latin typeface="Calibri Light"/>
                <a:cs typeface="Calibri Light"/>
              </a:rPr>
              <a:t>|	1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5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Gawade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0" dirty="0">
                <a:latin typeface="Calibri Light"/>
                <a:cs typeface="Calibri Light"/>
              </a:rPr>
              <a:t> Karvenagar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1092" y="4814696"/>
            <a:ext cx="2324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69545">
              <a:lnSpc>
                <a:spcPct val="100000"/>
              </a:lnSpc>
              <a:spcBef>
                <a:spcPts val="100"/>
              </a:spcBef>
              <a:buAutoNum type="arabicPlain" startAt="2"/>
              <a:tabLst>
                <a:tab pos="169545" algn="l"/>
                <a:tab pos="1014730" algn="l"/>
                <a:tab pos="2032000" algn="l"/>
              </a:tabLst>
            </a:pPr>
            <a:r>
              <a:rPr sz="1800" dirty="0">
                <a:latin typeface="Calibri Light"/>
                <a:cs typeface="Calibri Light"/>
              </a:rPr>
              <a:t>| Mane	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Warje	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  <a:p>
            <a:pPr marR="5080">
              <a:lnSpc>
                <a:spcPct val="100000"/>
              </a:lnSpc>
              <a:buAutoNum type="arabicPlain" startAt="2"/>
              <a:tabLst>
                <a:tab pos="169545" algn="l"/>
                <a:tab pos="2057400" algn="l"/>
              </a:tabLst>
            </a:pP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Bhise</a:t>
            </a:r>
            <a:r>
              <a:rPr sz="1800" spc="38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Manikbaug</a:t>
            </a:r>
            <a:r>
              <a:rPr sz="1800" spc="39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 </a:t>
            </a:r>
            <a:r>
              <a:rPr sz="1800" spc="-395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4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spc="-15" dirty="0">
                <a:latin typeface="Calibri Light"/>
                <a:cs typeface="Calibri Light"/>
              </a:rPr>
              <a:t>Chavan</a:t>
            </a:r>
            <a:r>
              <a:rPr sz="1800" spc="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|</a:t>
            </a:r>
            <a:r>
              <a:rPr sz="1800" spc="5" dirty="0">
                <a:latin typeface="Calibri Light"/>
                <a:cs typeface="Calibri Light"/>
              </a:rPr>
              <a:t> </a:t>
            </a:r>
            <a:r>
              <a:rPr sz="1800" spc="-5" dirty="0">
                <a:latin typeface="Calibri Light"/>
                <a:cs typeface="Calibri Light"/>
              </a:rPr>
              <a:t>Baner	</a:t>
            </a:r>
            <a:r>
              <a:rPr sz="1800" dirty="0">
                <a:latin typeface="Calibri Light"/>
                <a:cs typeface="Calibri Light"/>
              </a:rPr>
              <a:t>|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8970" y="5637682"/>
            <a:ext cx="2291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534670" algn="l"/>
                <a:tab pos="1209675" algn="l"/>
                <a:tab pos="2164080" algn="l"/>
              </a:tabLst>
            </a:pP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1800" dirty="0">
                <a:latin typeface="Calibri Light"/>
                <a:cs typeface="Calibri Light"/>
              </a:rPr>
              <a:t>+</a:t>
            </a:r>
            <a:r>
              <a:rPr sz="18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1800" dirty="0">
                <a:latin typeface="Calibri Light"/>
                <a:cs typeface="Calibri Light"/>
              </a:rPr>
              <a:t>+  4</a:t>
            </a:r>
            <a:r>
              <a:rPr sz="1800" spc="-15" dirty="0">
                <a:latin typeface="Calibri Light"/>
                <a:cs typeface="Calibri Light"/>
              </a:rPr>
              <a:t> </a:t>
            </a:r>
            <a:r>
              <a:rPr sz="1800" spc="-20" dirty="0">
                <a:latin typeface="Calibri Light"/>
                <a:cs typeface="Calibri Light"/>
              </a:rPr>
              <a:t>rows</a:t>
            </a:r>
            <a:r>
              <a:rPr sz="1800" dirty="0">
                <a:latin typeface="Calibri Light"/>
                <a:cs typeface="Calibri Light"/>
              </a:rPr>
              <a:t> in</a:t>
            </a:r>
            <a:r>
              <a:rPr sz="1800" spc="-5" dirty="0">
                <a:latin typeface="Calibri Light"/>
                <a:cs typeface="Calibri Light"/>
              </a:rPr>
              <a:t> set </a:t>
            </a:r>
            <a:r>
              <a:rPr sz="1800" dirty="0">
                <a:latin typeface="Calibri Light"/>
                <a:cs typeface="Calibri Light"/>
              </a:rPr>
              <a:t>(0.00</a:t>
            </a:r>
            <a:r>
              <a:rPr sz="1800" spc="-10" dirty="0">
                <a:latin typeface="Calibri Light"/>
                <a:cs typeface="Calibri Light"/>
              </a:rPr>
              <a:t> </a:t>
            </a:r>
            <a:r>
              <a:rPr sz="1800" dirty="0">
                <a:latin typeface="Calibri Light"/>
                <a:cs typeface="Calibri Light"/>
              </a:rPr>
              <a:t>sec)</a:t>
            </a:r>
            <a:endParaRPr sz="18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1351" y="2105913"/>
            <a:ext cx="493204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mysql&gt; </a:t>
            </a:r>
            <a:r>
              <a:rPr sz="2000" b="1" dirty="0">
                <a:latin typeface="Calibri"/>
                <a:cs typeface="Calibri"/>
              </a:rPr>
              <a:t>select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fname,lname </a:t>
            </a:r>
            <a:r>
              <a:rPr sz="2000" b="1" spc="-10" dirty="0">
                <a:latin typeface="Calibri"/>
                <a:cs typeface="Calibri"/>
              </a:rPr>
              <a:t>from </a:t>
            </a:r>
            <a:r>
              <a:rPr sz="2000" b="1" spc="-5" dirty="0">
                <a:latin typeface="Calibri"/>
                <a:cs typeface="Calibri"/>
              </a:rPr>
              <a:t>table_1 </a:t>
            </a:r>
            <a:r>
              <a:rPr sz="2000" b="1" spc="-10" dirty="0">
                <a:latin typeface="Calibri"/>
                <a:cs typeface="Calibri"/>
              </a:rPr>
              <a:t>right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join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table_2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table_1.ID=table_2.ID;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+--------+--------+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fname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 lname</a:t>
            </a:r>
            <a:r>
              <a:rPr sz="2000" spc="4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+--------+--------+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1351" y="3630295"/>
            <a:ext cx="1941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8505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Arti	|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Gawade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21351" y="3935095"/>
            <a:ext cx="19939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089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ac</a:t>
            </a:r>
            <a:r>
              <a:rPr sz="2000" spc="5" dirty="0">
                <a:latin typeface="Calibri"/>
                <a:cs typeface="Calibri"/>
              </a:rPr>
              <a:t>h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Mane	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21351" y="4239895"/>
            <a:ext cx="1807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Abhi	|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Bhise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1351" y="4544695"/>
            <a:ext cx="237744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smita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Chavan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+--------+--------+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4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rows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(0.06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3747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Full</a:t>
            </a:r>
            <a:r>
              <a:rPr spc="-105" dirty="0"/>
              <a:t> </a:t>
            </a:r>
            <a:r>
              <a:rPr dirty="0"/>
              <a:t>Join</a:t>
            </a:r>
          </a:p>
        </p:txBody>
      </p:sp>
      <p:sp>
        <p:nvSpPr>
          <p:cNvPr id="3" name="object 3"/>
          <p:cNvSpPr/>
          <p:nvPr/>
        </p:nvSpPr>
        <p:spPr>
          <a:xfrm>
            <a:off x="3633978" y="3013710"/>
            <a:ext cx="4704715" cy="1073150"/>
          </a:xfrm>
          <a:custGeom>
            <a:avLst/>
            <a:gdLst/>
            <a:ahLst/>
            <a:cxnLst/>
            <a:rect l="l" t="t" r="r" b="b"/>
            <a:pathLst>
              <a:path w="4704715" h="1073150">
                <a:moveTo>
                  <a:pt x="0" y="1072895"/>
                </a:moveTo>
                <a:lnTo>
                  <a:pt x="4704587" y="1072895"/>
                </a:lnTo>
                <a:lnTo>
                  <a:pt x="4704587" y="0"/>
                </a:lnTo>
                <a:lnTo>
                  <a:pt x="0" y="0"/>
                </a:lnTo>
                <a:lnTo>
                  <a:pt x="0" y="1072895"/>
                </a:lnTo>
                <a:close/>
              </a:path>
            </a:pathLst>
          </a:custGeom>
          <a:ln w="381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8923" y="3368040"/>
            <a:ext cx="1658620" cy="337185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8255">
              <a:lnSpc>
                <a:spcPts val="2325"/>
              </a:lnSpc>
            </a:pPr>
            <a:r>
              <a:rPr sz="2400" b="1" spc="-10" dirty="0">
                <a:latin typeface="Courier New"/>
                <a:cs typeface="Courier New"/>
              </a:rPr>
              <a:t>full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join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5032" y="2974085"/>
            <a:ext cx="457517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665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  <a:p>
            <a:pPr marL="548005">
              <a:lnSpc>
                <a:spcPts val="2665"/>
              </a:lnSpc>
              <a:tabLst>
                <a:tab pos="4016375" algn="l"/>
              </a:tabLst>
            </a:pPr>
            <a:r>
              <a:rPr sz="2400" b="1" spc="-5" dirty="0">
                <a:latin typeface="Courier New"/>
                <a:cs typeface="Courier New"/>
              </a:rPr>
              <a:t>fro</a:t>
            </a:r>
            <a:r>
              <a:rPr sz="2400" b="1" dirty="0">
                <a:latin typeface="Courier New"/>
                <a:cs typeface="Courier New"/>
              </a:rPr>
              <a:t>m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dirty="0">
                <a:latin typeface="Courier New"/>
                <a:cs typeface="Courier New"/>
              </a:rPr>
              <a:t>e	</a:t>
            </a:r>
            <a:r>
              <a:rPr sz="2400" b="1" spc="-15" dirty="0">
                <a:latin typeface="Courier New"/>
                <a:cs typeface="Courier New"/>
              </a:rPr>
              <a:t>tw</a:t>
            </a:r>
            <a:r>
              <a:rPr sz="2400" b="1" dirty="0">
                <a:latin typeface="Courier New"/>
                <a:cs typeface="Courier New"/>
              </a:rPr>
              <a:t>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3167" y="3680459"/>
            <a:ext cx="391795" cy="335280"/>
          </a:xfrm>
          <a:prstGeom prst="rect">
            <a:avLst/>
          </a:prstGeom>
          <a:solidFill>
            <a:srgbClr val="99CCFF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8890">
              <a:lnSpc>
                <a:spcPts val="2315"/>
              </a:lnSpc>
            </a:pPr>
            <a:r>
              <a:rPr sz="2400" b="1" spc="-10" dirty="0">
                <a:latin typeface="Courier New"/>
                <a:cs typeface="Courier New"/>
              </a:rPr>
              <a:t>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8158" y="3596132"/>
            <a:ext cx="2569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one.x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two.x;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4608" y="1046734"/>
            <a:ext cx="1475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Arial"/>
                <a:cs typeface="Arial"/>
              </a:rPr>
              <a:t>Table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92512" y="1418272"/>
          <a:ext cx="1525905" cy="123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R="281940" algn="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702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6865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7020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6865" algn="r">
                        <a:lnSpc>
                          <a:spcPts val="23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515">
                <a:tc>
                  <a:txBody>
                    <a:bodyPr/>
                    <a:lstStyle/>
                    <a:p>
                      <a:pPr marR="287020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316865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998589" y="1048003"/>
            <a:ext cx="147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Arial"/>
                <a:cs typeface="Arial"/>
              </a:rPr>
              <a:t>Table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55" dirty="0">
                <a:latin typeface="Arial"/>
                <a:cs typeface="Arial"/>
              </a:rPr>
              <a:t>Two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96112" y="1420812"/>
          <a:ext cx="1522730" cy="1225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450">
                <a:tc>
                  <a:txBody>
                    <a:bodyPr/>
                    <a:lstStyle/>
                    <a:p>
                      <a:pPr marR="280035" algn="r">
                        <a:lnSpc>
                          <a:spcPts val="217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R="285115" algn="r">
                        <a:lnSpc>
                          <a:spcPts val="231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1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R="285115" algn="r">
                        <a:lnSpc>
                          <a:spcPts val="232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2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285115" algn="r">
                        <a:lnSpc>
                          <a:spcPts val="23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3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54613" y="4514913"/>
          <a:ext cx="2843527" cy="191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R="270510" algn="r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R="215900" algn="r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276860" algn="r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24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40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7"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7"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87"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547" y="203708"/>
            <a:ext cx="53759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select</a:t>
            </a:r>
            <a:r>
              <a:rPr sz="1800" b="1" spc="3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from </a:t>
            </a:r>
            <a:r>
              <a:rPr sz="1800" b="1" spc="-5" dirty="0">
                <a:latin typeface="Calibri"/>
                <a:cs typeface="Calibri"/>
              </a:rPr>
              <a:t>table_1 left join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table_2 </a:t>
            </a:r>
            <a:r>
              <a:rPr sz="1800" b="1" dirty="0">
                <a:latin typeface="Calibri"/>
                <a:cs typeface="Calibri"/>
              </a:rPr>
              <a:t>on </a:t>
            </a:r>
            <a:r>
              <a:rPr sz="1800" b="1" spc="-5" dirty="0">
                <a:latin typeface="Calibri"/>
                <a:cs typeface="Calibri"/>
              </a:rPr>
              <a:t>table_1.ID </a:t>
            </a:r>
            <a:r>
              <a:rPr sz="1800" b="1" dirty="0">
                <a:latin typeface="Calibri"/>
                <a:cs typeface="Calibri"/>
              </a:rPr>
              <a:t>= </a:t>
            </a:r>
            <a:r>
              <a:rPr sz="1800" b="1" spc="-5" dirty="0">
                <a:latin typeface="Calibri"/>
                <a:cs typeface="Calibri"/>
              </a:rPr>
              <a:t>table_2.ID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7547" y="1026667"/>
            <a:ext cx="6278880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select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*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from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table_2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right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join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table_1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table_1.ID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5" dirty="0">
                <a:latin typeface="Calibri"/>
                <a:cs typeface="Calibri"/>
              </a:rPr>
              <a:t> table_2.ID;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487680" algn="l"/>
                <a:tab pos="1086485" algn="l"/>
                <a:tab pos="1931035" algn="l"/>
                <a:tab pos="2405380" algn="l"/>
                <a:tab pos="3001010" algn="l"/>
                <a:tab pos="3846829" algn="l"/>
              </a:tabLst>
            </a:pP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+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66090" algn="l"/>
                <a:tab pos="2025014" algn="l"/>
                <a:tab pos="2479040" algn="l"/>
                <a:tab pos="4205605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ID	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fname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age	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ID	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lname</a:t>
            </a:r>
            <a:r>
              <a:rPr sz="1600" spc="3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	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87680" algn="l"/>
                <a:tab pos="1086485" algn="l"/>
                <a:tab pos="1931035" algn="l"/>
                <a:tab pos="2405380" algn="l"/>
                <a:tab pos="3001010" algn="l"/>
                <a:tab pos="3846829" algn="l"/>
              </a:tabLst>
            </a:pP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+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3941" y="2035810"/>
            <a:ext cx="2517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0830" algn="l"/>
              </a:tabLst>
            </a:pPr>
            <a:r>
              <a:rPr sz="1600" spc="-5" dirty="0">
                <a:latin typeface="Calibri"/>
                <a:cs typeface="Calibri"/>
              </a:rPr>
              <a:t>|	1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Gawade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 </a:t>
            </a:r>
            <a:r>
              <a:rPr sz="1600" spc="-10" dirty="0">
                <a:latin typeface="Calibri"/>
                <a:cs typeface="Calibri"/>
              </a:rPr>
              <a:t>Karvenagar</a:t>
            </a:r>
            <a:r>
              <a:rPr sz="1600" spc="-5" dirty="0">
                <a:latin typeface="Calibri"/>
                <a:cs typeface="Calibri"/>
              </a:rPr>
              <a:t> 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7805" y="2279649"/>
            <a:ext cx="23710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1259205" algn="l"/>
                <a:tab pos="2167890" algn="l"/>
              </a:tabLst>
            </a:pPr>
            <a:r>
              <a:rPr sz="1600" spc="-5" dirty="0">
                <a:latin typeface="Calibri"/>
                <a:cs typeface="Calibri"/>
              </a:rPr>
              <a:t>|	2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Mane	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Warje	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90195" algn="l"/>
              </a:tabLst>
            </a:pPr>
            <a:r>
              <a:rPr sz="1600" spc="-5" dirty="0">
                <a:latin typeface="Calibri"/>
                <a:cs typeface="Calibri"/>
              </a:rPr>
              <a:t>|	3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Bhise</a:t>
            </a:r>
            <a:r>
              <a:rPr sz="1600" spc="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Manikbaug</a:t>
            </a:r>
            <a:r>
              <a:rPr sz="1600" spc="3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9177" y="3010865"/>
            <a:ext cx="1925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1755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NULL	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NULL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2867" y="2767329"/>
            <a:ext cx="20002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8895" algn="r">
              <a:lnSpc>
                <a:spcPct val="100000"/>
              </a:lnSpc>
              <a:spcBef>
                <a:spcPts val="95"/>
              </a:spcBef>
              <a:tabLst>
                <a:tab pos="1836420" algn="l"/>
              </a:tabLst>
            </a:pPr>
            <a:r>
              <a:rPr sz="1600" spc="-5" dirty="0">
                <a:latin typeface="Calibri"/>
                <a:cs typeface="Calibri"/>
              </a:rPr>
              <a:t>4 | </a:t>
            </a:r>
            <a:r>
              <a:rPr sz="1600" spc="-10" dirty="0">
                <a:latin typeface="Calibri"/>
                <a:cs typeface="Calibri"/>
              </a:rPr>
              <a:t>Ch</a:t>
            </a:r>
            <a:r>
              <a:rPr sz="1600" spc="-25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v</a:t>
            </a:r>
            <a:r>
              <a:rPr sz="1600" spc="-5" dirty="0">
                <a:latin typeface="Calibri"/>
                <a:cs typeface="Calibri"/>
              </a:rPr>
              <a:t>an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Baner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9200" y="3255391"/>
            <a:ext cx="12623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endParaRPr sz="16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4941" y="3986910"/>
            <a:ext cx="2239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1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Gawade </a:t>
            </a:r>
            <a:r>
              <a:rPr sz="1600" spc="-5" dirty="0">
                <a:latin typeface="Calibri"/>
                <a:cs typeface="Calibri"/>
              </a:rPr>
              <a:t>| </a:t>
            </a:r>
            <a:r>
              <a:rPr sz="1600" spc="-10" dirty="0">
                <a:latin typeface="Calibri"/>
                <a:cs typeface="Calibri"/>
              </a:rPr>
              <a:t>Karvenagar</a:t>
            </a:r>
            <a:r>
              <a:rPr sz="1600" spc="-5" dirty="0">
                <a:latin typeface="Calibri"/>
                <a:cs typeface="Calibri"/>
              </a:rPr>
              <a:t> 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92533" y="3986910"/>
            <a:ext cx="1099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2315" algn="l"/>
              </a:tabLst>
            </a:pPr>
            <a:r>
              <a:rPr sz="1600" spc="-5" dirty="0">
                <a:latin typeface="Calibri"/>
                <a:cs typeface="Calibri"/>
              </a:rPr>
              <a:t>1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Arti	|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40042" y="3255391"/>
            <a:ext cx="106108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5"/>
              </a:spcBef>
              <a:tabLst>
                <a:tab pos="953135" algn="l"/>
              </a:tabLst>
            </a:pPr>
            <a:r>
              <a:rPr sz="1600" spc="-5" dirty="0">
                <a:latin typeface="Calibri"/>
                <a:cs typeface="Calibri"/>
              </a:rPr>
              <a:t>| NULL	|</a:t>
            </a:r>
            <a:endParaRPr sz="16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tabLst>
                <a:tab pos="927100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NULL	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08050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NULL	|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14187" y="4230751"/>
            <a:ext cx="11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1120" y="4474286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17547" y="2035810"/>
            <a:ext cx="1548130" cy="295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9560" algn="l"/>
                <a:tab pos="1018540" algn="l"/>
              </a:tabLst>
            </a:pPr>
            <a:r>
              <a:rPr sz="1600" spc="-5" dirty="0">
                <a:latin typeface="Calibri"/>
                <a:cs typeface="Calibri"/>
              </a:rPr>
              <a:t>|	1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Arti	|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25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1600" spc="-5" dirty="0">
                <a:latin typeface="Calibri"/>
                <a:cs typeface="Calibri"/>
              </a:rPr>
              <a:t>|	2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 </a:t>
            </a:r>
            <a:r>
              <a:rPr sz="1600" spc="-10" dirty="0">
                <a:latin typeface="Calibri"/>
                <a:cs typeface="Calibri"/>
              </a:rPr>
              <a:t>Sachin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 32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9560" algn="l"/>
                <a:tab pos="1092200" algn="l"/>
              </a:tabLst>
            </a:pPr>
            <a:r>
              <a:rPr sz="1600" spc="-5" dirty="0">
                <a:latin typeface="Calibri"/>
                <a:cs typeface="Calibri"/>
              </a:rPr>
              <a:t>|	3 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Abhi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</a:t>
            </a:r>
            <a:r>
              <a:rPr sz="1600" spc="-5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1600" spc="-5" dirty="0">
                <a:latin typeface="Calibri"/>
                <a:cs typeface="Calibri"/>
              </a:rPr>
              <a:t>|	4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smita</a:t>
            </a:r>
            <a:r>
              <a:rPr sz="1600" spc="3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29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90195" algn="l"/>
              </a:tabLst>
            </a:pPr>
            <a:r>
              <a:rPr sz="1600" spc="-5" dirty="0">
                <a:latin typeface="Calibri"/>
                <a:cs typeface="Calibri"/>
              </a:rPr>
              <a:t>|	5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Aditi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25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1600" spc="-5" dirty="0">
                <a:latin typeface="Calibri"/>
                <a:cs typeface="Calibri"/>
              </a:rPr>
              <a:t>|	7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Samar</a:t>
            </a:r>
            <a:r>
              <a:rPr sz="1600" spc="3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32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1600" spc="-5" dirty="0">
                <a:latin typeface="Calibri"/>
                <a:cs typeface="Calibri"/>
              </a:rPr>
              <a:t>|	9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abhay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26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43840" algn="l"/>
                <a:tab pos="1143635" algn="l"/>
              </a:tabLst>
            </a:pPr>
            <a:r>
              <a:rPr sz="1600" spc="-5" dirty="0">
                <a:latin typeface="Calibri"/>
                <a:cs typeface="Calibri"/>
              </a:rPr>
              <a:t>|	</a:t>
            </a:r>
            <a:r>
              <a:rPr sz="1600" spc="-15" dirty="0">
                <a:latin typeface="Calibri"/>
                <a:cs typeface="Calibri"/>
              </a:rPr>
              <a:t>1</a:t>
            </a:r>
            <a:r>
              <a:rPr sz="1600" spc="-5" dirty="0">
                <a:latin typeface="Calibri"/>
                <a:cs typeface="Calibri"/>
              </a:rPr>
              <a:t>1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 </a:t>
            </a:r>
            <a:r>
              <a:rPr sz="1600" spc="-15" dirty="0">
                <a:latin typeface="Calibri"/>
                <a:cs typeface="Calibri"/>
              </a:rPr>
              <a:t>m</a:t>
            </a:r>
            <a:r>
              <a:rPr sz="1600" spc="-5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</a:t>
            </a:r>
            <a:r>
              <a:rPr sz="1600" spc="-5" dirty="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94941" y="4230751"/>
            <a:ext cx="20942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290" indent="-149225">
              <a:lnSpc>
                <a:spcPct val="100000"/>
              </a:lnSpc>
              <a:spcBef>
                <a:spcPts val="95"/>
              </a:spcBef>
              <a:buAutoNum type="arabicPlain" startAt="2"/>
              <a:tabLst>
                <a:tab pos="161925" algn="l"/>
                <a:tab pos="916305" algn="l"/>
                <a:tab pos="1824355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Mane	|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Warje	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61290" indent="-149225">
              <a:lnSpc>
                <a:spcPct val="100000"/>
              </a:lnSpc>
              <a:buAutoNum type="arabicPlain" startAt="2"/>
              <a:tabLst>
                <a:tab pos="161925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Bhise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Manikbaug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  <a:p>
            <a:pPr marL="161290" indent="-149225">
              <a:lnSpc>
                <a:spcPct val="100000"/>
              </a:lnSpc>
              <a:buAutoNum type="arabicPlain" startAt="2"/>
              <a:tabLst>
                <a:tab pos="161925" algn="l"/>
                <a:tab pos="1850389" algn="l"/>
              </a:tabLst>
            </a:pP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Chavan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Baner	|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5179" y="4230751"/>
            <a:ext cx="133540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2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Sachin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32</a:t>
            </a:r>
            <a:endParaRPr sz="1600">
              <a:latin typeface="Calibri"/>
              <a:cs typeface="Calibri"/>
            </a:endParaRPr>
          </a:p>
          <a:p>
            <a:pPr marL="174625">
              <a:lnSpc>
                <a:spcPct val="100000"/>
              </a:lnSpc>
              <a:tabLst>
                <a:tab pos="978535" algn="l"/>
              </a:tabLst>
            </a:pPr>
            <a:r>
              <a:rPr sz="1600" spc="-5" dirty="0">
                <a:latin typeface="Calibri"/>
                <a:cs typeface="Calibri"/>
              </a:rPr>
              <a:t>3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Abhi	|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26</a:t>
            </a:r>
            <a:endParaRPr sz="1600">
              <a:latin typeface="Calibri"/>
              <a:cs typeface="Calibri"/>
            </a:endParaRPr>
          </a:p>
          <a:p>
            <a:pPr marL="3746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4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smita</a:t>
            </a:r>
            <a:r>
              <a:rPr sz="1600" spc="3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|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99604" y="4718684"/>
            <a:ext cx="11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|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198497" y="5025897"/>
          <a:ext cx="4319905" cy="934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265">
                <a:tc>
                  <a:txBody>
                    <a:bodyPr/>
                    <a:lstStyle/>
                    <a:p>
                      <a:pPr marL="31750">
                        <a:lnSpc>
                          <a:spcPts val="151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 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51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515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51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Aditi</a:t>
                      </a:r>
                      <a:r>
                        <a:rPr sz="1600" spc="3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ts val="1515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52">
                <a:tc>
                  <a:txBody>
                    <a:bodyPr/>
                    <a:lstStyle/>
                    <a:p>
                      <a:pPr marL="31750">
                        <a:lnSpc>
                          <a:spcPts val="168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 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68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168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Samar 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32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8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52">
                <a:tc>
                  <a:txBody>
                    <a:bodyPr/>
                    <a:lstStyle/>
                    <a:p>
                      <a:pPr marL="31750">
                        <a:lnSpc>
                          <a:spcPts val="168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 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8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68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57480" algn="r">
                        <a:lnSpc>
                          <a:spcPts val="168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abhay</a:t>
                      </a:r>
                      <a:r>
                        <a:rPr sz="1600" spc="3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26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68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65">
                <a:tc>
                  <a:txBody>
                    <a:bodyPr/>
                    <a:lstStyle/>
                    <a:p>
                      <a:pPr marL="31750">
                        <a:lnSpc>
                          <a:spcPts val="166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 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6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NULL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66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1660"/>
                        </a:lnSpc>
                        <a:tabLst>
                          <a:tab pos="899794" algn="l"/>
                        </a:tabLst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mita	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29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166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|</a:t>
                      </a: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2217547" y="5937910"/>
            <a:ext cx="396112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487680" algn="l"/>
                <a:tab pos="1086485" algn="l"/>
                <a:tab pos="1931035" algn="l"/>
                <a:tab pos="2405380" algn="l"/>
                <a:tab pos="3001010" algn="l"/>
                <a:tab pos="3846829" algn="l"/>
              </a:tabLst>
            </a:pP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+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+  16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rows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(0.05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6104" y="1520952"/>
            <a:ext cx="3554095" cy="3723640"/>
          </a:xfrm>
          <a:custGeom>
            <a:avLst/>
            <a:gdLst/>
            <a:ahLst/>
            <a:cxnLst/>
            <a:rect l="l" t="t" r="r" b="b"/>
            <a:pathLst>
              <a:path w="3554095" h="3723640">
                <a:moveTo>
                  <a:pt x="0" y="3723132"/>
                </a:moveTo>
                <a:lnTo>
                  <a:pt x="3553968" y="3723132"/>
                </a:lnTo>
                <a:lnTo>
                  <a:pt x="3553968" y="0"/>
                </a:lnTo>
                <a:lnTo>
                  <a:pt x="0" y="0"/>
                </a:lnTo>
                <a:lnTo>
                  <a:pt x="0" y="3723132"/>
                </a:lnTo>
                <a:close/>
              </a:path>
            </a:pathLst>
          </a:custGeom>
          <a:ln w="9144">
            <a:solidFill>
              <a:srgbClr val="4D4D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47544" y="3492753"/>
            <a:ext cx="138430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2280"/>
              </a:lnSpc>
              <a:spcBef>
                <a:spcPts val="105"/>
              </a:spcBef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409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4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smita</a:t>
            </a:r>
            <a:r>
              <a:rPr sz="2000" spc="409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280"/>
              </a:lnSpc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4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5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Aditi</a:t>
            </a:r>
            <a:r>
              <a:rPr sz="2000" spc="4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7544" y="1571701"/>
            <a:ext cx="3015615" cy="2526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latin typeface="Calibri Light"/>
                <a:cs typeface="Calibri Light"/>
              </a:rPr>
              <a:t>mysql&gt;</a:t>
            </a:r>
            <a:r>
              <a:rPr sz="2000" spc="-3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select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*</a:t>
            </a:r>
            <a:r>
              <a:rPr sz="2000" spc="-5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from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table_1;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160"/>
              </a:lnSpc>
              <a:tabLst>
                <a:tab pos="436880" algn="l"/>
                <a:tab pos="1185545" algn="l"/>
                <a:tab pos="1778635" algn="l"/>
              </a:tabLst>
            </a:pP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dirty="0">
                <a:latin typeface="Calibri Light"/>
                <a:cs typeface="Calibri Light"/>
              </a:rPr>
              <a:t>+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160"/>
              </a:lnSpc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ID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fname</a:t>
            </a:r>
            <a:r>
              <a:rPr sz="2000" spc="4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age</a:t>
            </a:r>
            <a:r>
              <a:rPr sz="2000" spc="4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160"/>
              </a:lnSpc>
              <a:tabLst>
                <a:tab pos="436880" algn="l"/>
                <a:tab pos="1185545" algn="l"/>
                <a:tab pos="1778635" algn="l"/>
              </a:tabLst>
            </a:pP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dirty="0">
                <a:latin typeface="Calibri Light"/>
                <a:cs typeface="Calibri Light"/>
              </a:rPr>
              <a:t>+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160"/>
              </a:lnSpc>
              <a:tabLst>
                <a:tab pos="1127760" algn="l"/>
                <a:tab pos="1412875" algn="l"/>
              </a:tabLst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4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1</a:t>
            </a:r>
            <a:r>
              <a:rPr sz="2000" spc="-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Arti	</a:t>
            </a:r>
            <a:r>
              <a:rPr sz="2000" dirty="0">
                <a:latin typeface="Calibri Light"/>
                <a:cs typeface="Calibri Light"/>
              </a:rPr>
              <a:t>|	25</a:t>
            </a:r>
            <a:r>
              <a:rPr sz="2000" spc="-6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160"/>
              </a:lnSpc>
              <a:tabLst>
                <a:tab pos="1588770" algn="l"/>
              </a:tabLst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434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2 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Sachin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	32</a:t>
            </a:r>
            <a:r>
              <a:rPr sz="2000" spc="-5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ts val="2160"/>
              </a:lnSpc>
              <a:tabLst>
                <a:tab pos="1217930" algn="l"/>
                <a:tab pos="1503045" algn="l"/>
              </a:tabLst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4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3</a:t>
            </a:r>
            <a:r>
              <a:rPr sz="2000" spc="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Abhi	</a:t>
            </a:r>
            <a:r>
              <a:rPr sz="2000" dirty="0">
                <a:latin typeface="Calibri Light"/>
                <a:cs typeface="Calibri Light"/>
              </a:rPr>
              <a:t>|	26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 marL="1541780">
              <a:lnSpc>
                <a:spcPts val="2160"/>
              </a:lnSpc>
            </a:pPr>
            <a:r>
              <a:rPr sz="2000" dirty="0">
                <a:latin typeface="Calibri Light"/>
                <a:cs typeface="Calibri Light"/>
              </a:rPr>
              <a:t>29</a:t>
            </a:r>
            <a:r>
              <a:rPr sz="2000" spc="-6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 marL="1454785">
              <a:lnSpc>
                <a:spcPts val="2280"/>
              </a:lnSpc>
            </a:pPr>
            <a:r>
              <a:rPr sz="2000" dirty="0">
                <a:latin typeface="Calibri Light"/>
                <a:cs typeface="Calibri Light"/>
              </a:rPr>
              <a:t>25</a:t>
            </a:r>
            <a:r>
              <a:rPr sz="2000" spc="-6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7544" y="4590034"/>
            <a:ext cx="14135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85240" algn="l"/>
              </a:tabLst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11</a:t>
            </a:r>
            <a:r>
              <a:rPr sz="2000" spc="-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mi</a:t>
            </a:r>
            <a:r>
              <a:rPr sz="2000" spc="-25" dirty="0">
                <a:latin typeface="Calibri Light"/>
                <a:cs typeface="Calibri Light"/>
              </a:rPr>
              <a:t>t</a:t>
            </a:r>
            <a:r>
              <a:rPr sz="2000" dirty="0">
                <a:latin typeface="Calibri Light"/>
                <a:cs typeface="Calibri Light"/>
              </a:rPr>
              <a:t>a	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544" y="4041394"/>
            <a:ext cx="2069464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280"/>
              </a:lnSpc>
              <a:spcBef>
                <a:spcPts val="100"/>
              </a:spcBef>
              <a:tabLst>
                <a:tab pos="1627505" algn="l"/>
              </a:tabLst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4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7</a:t>
            </a:r>
            <a:r>
              <a:rPr sz="2000" spc="-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Samar</a:t>
            </a:r>
            <a:r>
              <a:rPr sz="2000" spc="43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	32</a:t>
            </a:r>
            <a:r>
              <a:rPr sz="2000" spc="-9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 marR="36195" algn="r">
              <a:lnSpc>
                <a:spcPts val="2160"/>
              </a:lnSpc>
              <a:tabLst>
                <a:tab pos="1596390" algn="l"/>
              </a:tabLst>
            </a:pPr>
            <a:r>
              <a:rPr sz="2000" dirty="0">
                <a:latin typeface="Calibri Light"/>
                <a:cs typeface="Calibri Light"/>
              </a:rPr>
              <a:t>| 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9</a:t>
            </a:r>
            <a:r>
              <a:rPr sz="2000" spc="-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abh</a:t>
            </a:r>
            <a:r>
              <a:rPr sz="2000" spc="-30" dirty="0">
                <a:latin typeface="Calibri Light"/>
                <a:cs typeface="Calibri Light"/>
              </a:rPr>
              <a:t>a</a:t>
            </a:r>
            <a:r>
              <a:rPr sz="2000" dirty="0">
                <a:latin typeface="Calibri Light"/>
                <a:cs typeface="Calibri Light"/>
              </a:rPr>
              <a:t>y </a:t>
            </a:r>
            <a:r>
              <a:rPr sz="2000" spc="-3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	26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 marR="60325" algn="r">
              <a:lnSpc>
                <a:spcPts val="2280"/>
              </a:lnSpc>
            </a:pPr>
            <a:r>
              <a:rPr sz="2000" dirty="0">
                <a:latin typeface="Calibri Light"/>
                <a:cs typeface="Calibri Light"/>
              </a:rPr>
              <a:t>29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7544" y="4864049"/>
            <a:ext cx="19189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36880" algn="l"/>
                <a:tab pos="1185545" algn="l"/>
                <a:tab pos="1778635" algn="l"/>
              </a:tabLst>
            </a:pP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	</a:t>
            </a:r>
            <a:r>
              <a:rPr sz="2000" dirty="0">
                <a:latin typeface="Calibri Light"/>
                <a:cs typeface="Calibri Light"/>
              </a:rPr>
              <a:t>+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42303" y="1610867"/>
            <a:ext cx="3397250" cy="3633470"/>
          </a:xfrm>
          <a:custGeom>
            <a:avLst/>
            <a:gdLst/>
            <a:ahLst/>
            <a:cxnLst/>
            <a:rect l="l" t="t" r="r" b="b"/>
            <a:pathLst>
              <a:path w="3397250" h="3633470">
                <a:moveTo>
                  <a:pt x="0" y="3633216"/>
                </a:moveTo>
                <a:lnTo>
                  <a:pt x="3396996" y="3633216"/>
                </a:lnTo>
                <a:lnTo>
                  <a:pt x="3396996" y="0"/>
                </a:lnTo>
                <a:lnTo>
                  <a:pt x="0" y="0"/>
                </a:lnTo>
                <a:lnTo>
                  <a:pt x="0" y="363321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34378" y="1628013"/>
            <a:ext cx="301371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 Light"/>
                <a:cs typeface="Calibri Light"/>
              </a:rPr>
              <a:t>mysql&gt;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select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*</a:t>
            </a:r>
            <a:r>
              <a:rPr sz="2000" spc="-10" dirty="0">
                <a:latin typeface="Calibri Light"/>
                <a:cs typeface="Calibri Light"/>
              </a:rPr>
              <a:t> from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table_2;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tabLst>
                <a:tab pos="592455" algn="l"/>
                <a:tab pos="1340485" algn="l"/>
                <a:tab pos="2400300" algn="l"/>
              </a:tabLst>
            </a:pP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dirty="0">
                <a:latin typeface="Calibri Light"/>
                <a:cs typeface="Calibri Light"/>
              </a:rPr>
              <a:t>+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tabLst>
                <a:tab pos="558800" algn="l"/>
                <a:tab pos="2692400" algn="l"/>
              </a:tabLst>
            </a:pP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ID	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lname</a:t>
            </a:r>
            <a:r>
              <a:rPr sz="2000" spc="4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5" dirty="0">
                <a:latin typeface="Calibri Light"/>
                <a:cs typeface="Calibri Light"/>
              </a:rPr>
              <a:t> Address	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tabLst>
                <a:tab pos="592455" algn="l"/>
                <a:tab pos="1340485" algn="l"/>
                <a:tab pos="2400300" algn="l"/>
              </a:tabLst>
            </a:pP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spc="-5" dirty="0">
                <a:latin typeface="Calibri Light"/>
                <a:cs typeface="Calibri Light"/>
              </a:rPr>
              <a:t>+</a:t>
            </a:r>
            <a:r>
              <a:rPr sz="2000" u="dash" spc="-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	</a:t>
            </a:r>
            <a:r>
              <a:rPr sz="2000" dirty="0">
                <a:latin typeface="Calibri Light"/>
                <a:cs typeface="Calibri Light"/>
              </a:rPr>
              <a:t>+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7802" y="3152394"/>
            <a:ext cx="2367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118870" algn="l"/>
                <a:tab pos="2239645" algn="l"/>
              </a:tabLst>
            </a:pPr>
            <a:r>
              <a:rPr sz="2000" dirty="0">
                <a:latin typeface="Calibri Light"/>
                <a:cs typeface="Calibri Light"/>
              </a:rPr>
              <a:t>2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Mane	|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spc="-75" dirty="0">
                <a:latin typeface="Calibri Light"/>
                <a:cs typeface="Calibri Light"/>
              </a:rPr>
              <a:t>W</a:t>
            </a:r>
            <a:r>
              <a:rPr sz="2000" dirty="0">
                <a:latin typeface="Calibri Light"/>
                <a:cs typeface="Calibri Light"/>
              </a:rPr>
              <a:t>a</a:t>
            </a:r>
            <a:r>
              <a:rPr sz="2000" spc="5" dirty="0">
                <a:latin typeface="Calibri Light"/>
                <a:cs typeface="Calibri Light"/>
              </a:rPr>
              <a:t>r</a:t>
            </a:r>
            <a:r>
              <a:rPr sz="2000" dirty="0">
                <a:latin typeface="Calibri Light"/>
                <a:cs typeface="Calibri Light"/>
              </a:rPr>
              <a:t>je	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7802" y="3457194"/>
            <a:ext cx="2568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 Light"/>
                <a:cs typeface="Calibri Light"/>
              </a:rPr>
              <a:t>3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Bhise</a:t>
            </a:r>
            <a:r>
              <a:rPr sz="2000" spc="42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Manikbaug</a:t>
            </a:r>
            <a:r>
              <a:rPr sz="2000" spc="40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34378" y="2846908"/>
            <a:ext cx="3079115" cy="124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42265" algn="l"/>
              </a:tabLst>
            </a:pPr>
            <a:r>
              <a:rPr sz="2000" dirty="0">
                <a:latin typeface="Calibri Light"/>
                <a:cs typeface="Calibri Light"/>
              </a:rPr>
              <a:t>|	1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Gawade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3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Karvenagar</a:t>
            </a:r>
            <a:r>
              <a:rPr sz="2000" spc="-5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7802" y="3761994"/>
            <a:ext cx="23983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270125" algn="l"/>
              </a:tabLst>
            </a:pPr>
            <a:r>
              <a:rPr sz="2000" dirty="0">
                <a:latin typeface="Calibri Light"/>
                <a:cs typeface="Calibri Light"/>
              </a:rPr>
              <a:t>4</a:t>
            </a:r>
            <a:r>
              <a:rPr sz="2000" spc="-1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Ch</a:t>
            </a:r>
            <a:r>
              <a:rPr sz="2000" spc="-35" dirty="0">
                <a:latin typeface="Calibri Light"/>
                <a:cs typeface="Calibri Light"/>
              </a:rPr>
              <a:t>a</a:t>
            </a:r>
            <a:r>
              <a:rPr sz="2000" spc="-30" dirty="0">
                <a:latin typeface="Calibri Light"/>
                <a:cs typeface="Calibri Light"/>
              </a:rPr>
              <a:t>v</a:t>
            </a:r>
            <a:r>
              <a:rPr sz="2000" dirty="0">
                <a:latin typeface="Calibri Light"/>
                <a:cs typeface="Calibri Light"/>
              </a:rPr>
              <a:t>an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|</a:t>
            </a:r>
            <a:r>
              <a:rPr sz="2000" spc="-5" dirty="0">
                <a:latin typeface="Calibri Light"/>
                <a:cs typeface="Calibri Light"/>
              </a:rPr>
              <a:t> Ban</a:t>
            </a:r>
            <a:r>
              <a:rPr sz="2000" spc="5" dirty="0">
                <a:latin typeface="Calibri Light"/>
                <a:cs typeface="Calibri Light"/>
              </a:rPr>
              <a:t>e</a:t>
            </a:r>
            <a:r>
              <a:rPr sz="2000" dirty="0">
                <a:latin typeface="Calibri Light"/>
                <a:cs typeface="Calibri Light"/>
              </a:rPr>
              <a:t>r	|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34378" y="4066794"/>
            <a:ext cx="254063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 Light"/>
                <a:cs typeface="Calibri Light"/>
              </a:rPr>
              <a:t>+------+--------+------------+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4</a:t>
            </a:r>
            <a:r>
              <a:rPr sz="2000" spc="-15" dirty="0">
                <a:latin typeface="Calibri Light"/>
                <a:cs typeface="Calibri Light"/>
              </a:rPr>
              <a:t> </a:t>
            </a:r>
            <a:r>
              <a:rPr sz="2000" spc="-20" dirty="0">
                <a:latin typeface="Calibri Light"/>
                <a:cs typeface="Calibri Light"/>
              </a:rPr>
              <a:t>rows</a:t>
            </a:r>
            <a:r>
              <a:rPr sz="2000" spc="-2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in</a:t>
            </a:r>
            <a:r>
              <a:rPr sz="2000" spc="-3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set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(0.00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sec)</a:t>
            </a:r>
            <a:endParaRPr sz="2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5013"/>
            <a:ext cx="332232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BETWEEN</a:t>
            </a:r>
            <a:r>
              <a:rPr spc="-20" dirty="0"/>
              <a:t> </a:t>
            </a:r>
            <a:r>
              <a:rPr spc="-25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0044" y="1361059"/>
            <a:ext cx="7534275" cy="13106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4785" marR="5080" indent="-172720">
              <a:lnSpc>
                <a:spcPts val="2270"/>
              </a:lnSpc>
              <a:spcBef>
                <a:spcPts val="38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BETWEEN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operator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selects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values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within a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given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range.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-10" dirty="0">
                <a:latin typeface="Calibri"/>
                <a:cs typeface="Calibri"/>
              </a:rPr>
              <a:t> values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can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 </a:t>
            </a:r>
            <a:r>
              <a:rPr sz="2100" spc="-10" dirty="0">
                <a:latin typeface="Calibri"/>
                <a:cs typeface="Calibri"/>
              </a:rPr>
              <a:t>numbers,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text,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dates.</a:t>
            </a:r>
            <a:endParaRPr sz="2100" dirty="0">
              <a:latin typeface="Calibri"/>
              <a:cs typeface="Calibri"/>
            </a:endParaRPr>
          </a:p>
          <a:p>
            <a:pPr marL="184785" indent="-172720">
              <a:lnSpc>
                <a:spcPts val="2395"/>
              </a:lnSpc>
              <a:spcBef>
                <a:spcPts val="505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BETWEEN </a:t>
            </a:r>
            <a:r>
              <a:rPr sz="2100" spc="-15" dirty="0">
                <a:latin typeface="Calibri"/>
                <a:cs typeface="Calibri"/>
              </a:rPr>
              <a:t>operator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 </a:t>
            </a:r>
            <a:r>
              <a:rPr sz="2100" spc="-5" dirty="0">
                <a:latin typeface="Calibri"/>
                <a:cs typeface="Calibri"/>
              </a:rPr>
              <a:t>inclusive: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begin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end</a:t>
            </a:r>
            <a:r>
              <a:rPr sz="2100" spc="-10" dirty="0">
                <a:latin typeface="Calibri"/>
                <a:cs typeface="Calibri"/>
              </a:rPr>
              <a:t> values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are</a:t>
            </a:r>
            <a:endParaRPr sz="2100" dirty="0">
              <a:latin typeface="Calibri"/>
              <a:cs typeface="Calibri"/>
            </a:endParaRPr>
          </a:p>
          <a:p>
            <a:pPr marL="184785">
              <a:lnSpc>
                <a:spcPts val="2395"/>
              </a:lnSpc>
            </a:pPr>
            <a:r>
              <a:rPr sz="2100" spc="-5" dirty="0">
                <a:latin typeface="Calibri"/>
                <a:cs typeface="Calibri"/>
              </a:rPr>
              <a:t>included.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0044" y="2716148"/>
            <a:ext cx="8013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Calibri"/>
                <a:cs typeface="Calibri"/>
              </a:rPr>
              <a:t>Syntax: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1897" y="2716148"/>
            <a:ext cx="573976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SELECT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column_name(s)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270"/>
              </a:lnSpc>
            </a:pPr>
            <a:r>
              <a:rPr sz="2100" spc="-10" dirty="0">
                <a:latin typeface="Calibri"/>
                <a:cs typeface="Calibri"/>
              </a:rPr>
              <a:t>FROM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table_name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</a:pPr>
            <a:r>
              <a:rPr sz="2100" dirty="0">
                <a:latin typeface="Calibri"/>
                <a:cs typeface="Calibri"/>
              </a:rPr>
              <a:t>WHERE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column_name</a:t>
            </a:r>
            <a:r>
              <a:rPr sz="2100" i="1" spc="-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BETWEEN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value1</a:t>
            </a:r>
            <a:r>
              <a:rPr sz="2100" i="1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value2;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0044" y="4000175"/>
            <a:ext cx="4535805" cy="10953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100" i="1" spc="-15" dirty="0">
                <a:latin typeface="Calibri"/>
                <a:cs typeface="Calibri"/>
              </a:rPr>
              <a:t>Example:</a:t>
            </a:r>
            <a:endParaRPr sz="2100">
              <a:latin typeface="Calibri"/>
              <a:cs typeface="Calibri"/>
            </a:endParaRPr>
          </a:p>
          <a:p>
            <a:pPr marL="698500">
              <a:lnSpc>
                <a:spcPts val="2395"/>
              </a:lnSpc>
              <a:spcBef>
                <a:spcPts val="555"/>
              </a:spcBef>
            </a:pPr>
            <a:r>
              <a:rPr sz="2100" spc="-10" dirty="0">
                <a:latin typeface="Calibri"/>
                <a:cs typeface="Calibri"/>
              </a:rPr>
              <a:t>SELECT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*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FROM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Products</a:t>
            </a:r>
            <a:endParaRPr sz="2100">
              <a:latin typeface="Calibri"/>
              <a:cs typeface="Calibri"/>
            </a:endParaRPr>
          </a:p>
          <a:p>
            <a:pPr marL="698500">
              <a:lnSpc>
                <a:spcPts val="2395"/>
              </a:lnSpc>
            </a:pPr>
            <a:r>
              <a:rPr sz="2100" dirty="0">
                <a:latin typeface="Calibri"/>
                <a:cs typeface="Calibri"/>
              </a:rPr>
              <a:t>WHERE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Price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BETWEEN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10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20;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5013"/>
            <a:ext cx="537146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 </a:t>
            </a:r>
            <a:r>
              <a:rPr dirty="0"/>
              <a:t>ANY</a:t>
            </a:r>
            <a:r>
              <a:rPr spc="-15" dirty="0"/>
              <a:t> </a:t>
            </a:r>
            <a:r>
              <a:rPr dirty="0"/>
              <a:t>and</a:t>
            </a:r>
            <a:r>
              <a:rPr spc="-5" dirty="0"/>
              <a:t> ALL </a:t>
            </a:r>
            <a:r>
              <a:rPr spc="-3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17" y="1445133"/>
            <a:ext cx="7705725" cy="201080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4785" marR="770890" indent="-172720">
              <a:lnSpc>
                <a:spcPts val="2270"/>
              </a:lnSpc>
              <a:spcBef>
                <a:spcPts val="38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ANY and</a:t>
            </a:r>
            <a:r>
              <a:rPr sz="21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ALL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20" dirty="0">
                <a:highlight>
                  <a:srgbClr val="FFFF00"/>
                </a:highlight>
                <a:latin typeface="Calibri"/>
                <a:cs typeface="Calibri"/>
              </a:rPr>
              <a:t>operators</a:t>
            </a:r>
            <a:r>
              <a:rPr sz="2100" spc="1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are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used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with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a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 WHERE or</a:t>
            </a:r>
            <a:r>
              <a:rPr sz="2100" spc="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25" dirty="0">
                <a:highlight>
                  <a:srgbClr val="FFFF00"/>
                </a:highlight>
                <a:latin typeface="Calibri"/>
                <a:cs typeface="Calibri"/>
              </a:rPr>
              <a:t>HAVING </a:t>
            </a:r>
            <a:r>
              <a:rPr sz="2100" spc="-459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clause.</a:t>
            </a:r>
            <a:endParaRPr sz="21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84785" indent="-172720">
              <a:lnSpc>
                <a:spcPts val="2395"/>
              </a:lnSpc>
              <a:spcBef>
                <a:spcPts val="505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ANY </a:t>
            </a:r>
            <a:r>
              <a:rPr sz="2100" spc="-15" dirty="0">
                <a:highlight>
                  <a:srgbClr val="FFFF00"/>
                </a:highlight>
                <a:latin typeface="Calibri"/>
                <a:cs typeface="Calibri"/>
              </a:rPr>
              <a:t>operator</a:t>
            </a:r>
            <a:r>
              <a:rPr sz="2100" spc="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returns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true if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5" dirty="0">
                <a:highlight>
                  <a:srgbClr val="FFFF00"/>
                </a:highlight>
                <a:latin typeface="Calibri"/>
                <a:cs typeface="Calibri"/>
              </a:rPr>
              <a:t>any</a:t>
            </a:r>
            <a:r>
              <a:rPr sz="21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of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the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subquery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values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meet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 the</a:t>
            </a:r>
          </a:p>
          <a:p>
            <a:pPr marL="184785">
              <a:lnSpc>
                <a:spcPts val="2395"/>
              </a:lnSpc>
            </a:pP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condition.</a:t>
            </a:r>
            <a:endParaRPr sz="21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84785" marR="213360" indent="-172720">
              <a:lnSpc>
                <a:spcPts val="2270"/>
              </a:lnSpc>
              <a:spcBef>
                <a:spcPts val="84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ALL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5" dirty="0">
                <a:highlight>
                  <a:srgbClr val="FFFF00"/>
                </a:highlight>
                <a:latin typeface="Calibri"/>
                <a:cs typeface="Calibri"/>
              </a:rPr>
              <a:t>operator</a:t>
            </a:r>
            <a:r>
              <a:rPr sz="2100" spc="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returns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true if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all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of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the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subquery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values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5" dirty="0">
                <a:highlight>
                  <a:srgbClr val="FFFF00"/>
                </a:highlight>
                <a:latin typeface="Calibri"/>
                <a:cs typeface="Calibri"/>
              </a:rPr>
              <a:t>meet</a:t>
            </a:r>
            <a:r>
              <a:rPr sz="21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dirty="0">
                <a:highlight>
                  <a:srgbClr val="FFFF00"/>
                </a:highlight>
                <a:latin typeface="Calibri"/>
                <a:cs typeface="Calibri"/>
              </a:rPr>
              <a:t>the </a:t>
            </a:r>
            <a:r>
              <a:rPr sz="2100" spc="-459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100" spc="-10" dirty="0">
                <a:highlight>
                  <a:srgbClr val="FFFF00"/>
                </a:highlight>
                <a:latin typeface="Calibri"/>
                <a:cs typeface="Calibri"/>
              </a:rPr>
              <a:t>condition</a:t>
            </a:r>
            <a:r>
              <a:rPr sz="2100" spc="-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4583" y="428244"/>
            <a:ext cx="4043679" cy="5791200"/>
          </a:xfrm>
          <a:custGeom>
            <a:avLst/>
            <a:gdLst/>
            <a:ahLst/>
            <a:cxnLst/>
            <a:rect l="l" t="t" r="r" b="b"/>
            <a:pathLst>
              <a:path w="4043679" h="5791200">
                <a:moveTo>
                  <a:pt x="0" y="5791200"/>
                </a:moveTo>
                <a:lnTo>
                  <a:pt x="4043172" y="5791200"/>
                </a:lnTo>
                <a:lnTo>
                  <a:pt x="4043172" y="0"/>
                </a:lnTo>
                <a:lnTo>
                  <a:pt x="0" y="0"/>
                </a:lnTo>
                <a:lnTo>
                  <a:pt x="0" y="5791200"/>
                </a:lnTo>
                <a:close/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15770" y="344551"/>
            <a:ext cx="3848735" cy="142049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latin typeface="Calibri"/>
                <a:cs typeface="Calibri"/>
              </a:rPr>
              <a:t>mysql&gt;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order_details;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534670" algn="l"/>
                <a:tab pos="1350010" algn="l"/>
                <a:tab pos="1883410" algn="l"/>
                <a:tab pos="2697480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1800" dirty="0">
                <a:latin typeface="Calibri"/>
                <a:cs typeface="Calibri"/>
              </a:rPr>
              <a:t>|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O_No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5" dirty="0">
                <a:latin typeface="Calibri"/>
                <a:cs typeface="Calibri"/>
              </a:rPr>
              <a:t> ORDER_ID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P_ID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QUANTITY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tabLst>
                <a:tab pos="534670" algn="l"/>
                <a:tab pos="1350010" algn="l"/>
                <a:tab pos="1883410" algn="l"/>
                <a:tab pos="2697480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5770" y="1739264"/>
            <a:ext cx="2656840" cy="31623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  <a:tabLst>
                <a:tab pos="313055" algn="l"/>
                <a:tab pos="901065" algn="l"/>
                <a:tab pos="1613535" algn="l"/>
                <a:tab pos="2253615" algn="l"/>
              </a:tabLst>
            </a:pPr>
            <a:r>
              <a:rPr sz="1800" dirty="0">
                <a:latin typeface="Calibri"/>
                <a:cs typeface="Calibri"/>
              </a:rPr>
              <a:t>|	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101 |	2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20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313055" algn="l"/>
                <a:tab pos="901065" algn="l"/>
                <a:tab pos="1613535" algn="l"/>
                <a:tab pos="2306955" algn="l"/>
              </a:tabLst>
            </a:pPr>
            <a:r>
              <a:rPr sz="1800" dirty="0">
                <a:latin typeface="Calibri"/>
                <a:cs typeface="Calibri"/>
              </a:rPr>
              <a:t>|	3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102 |	2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2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75"/>
              </a:spcBef>
              <a:tabLst>
                <a:tab pos="313055" algn="l"/>
                <a:tab pos="901065" algn="l"/>
                <a:tab pos="1613535" algn="l"/>
                <a:tab pos="2306955" algn="l"/>
              </a:tabLst>
            </a:pPr>
            <a:r>
              <a:rPr sz="1800" dirty="0">
                <a:latin typeface="Calibri"/>
                <a:cs typeface="Calibri"/>
              </a:rPr>
              <a:t>|	4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102 |	3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6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313055" algn="l"/>
                <a:tab pos="901065" algn="l"/>
                <a:tab pos="1613535" algn="l"/>
                <a:tab pos="2253615" algn="l"/>
              </a:tabLst>
            </a:pPr>
            <a:r>
              <a:rPr sz="1800" dirty="0">
                <a:latin typeface="Calibri"/>
                <a:cs typeface="Calibri"/>
              </a:rPr>
              <a:t>|	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103 |	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85"/>
              </a:spcBef>
              <a:tabLst>
                <a:tab pos="313055" algn="l"/>
                <a:tab pos="900430" algn="l"/>
                <a:tab pos="1613535" algn="l"/>
                <a:tab pos="2252980" algn="l"/>
              </a:tabLst>
            </a:pPr>
            <a:r>
              <a:rPr sz="1800" dirty="0">
                <a:latin typeface="Calibri"/>
                <a:cs typeface="Calibri"/>
              </a:rPr>
              <a:t>|	6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104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15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80"/>
              </a:spcBef>
              <a:tabLst>
                <a:tab pos="313055" algn="l"/>
                <a:tab pos="901065" algn="l"/>
                <a:tab pos="1613535" algn="l"/>
                <a:tab pos="2253615" algn="l"/>
              </a:tabLst>
            </a:pPr>
            <a:r>
              <a:rPr sz="1800" dirty="0">
                <a:latin typeface="Calibri"/>
                <a:cs typeface="Calibri"/>
              </a:rPr>
              <a:t>|	7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108 |	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15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313055" algn="l"/>
                <a:tab pos="901065" algn="l"/>
                <a:tab pos="1613535" algn="l"/>
                <a:tab pos="2253615" algn="l"/>
              </a:tabLst>
            </a:pPr>
            <a:r>
              <a:rPr sz="1800" dirty="0">
                <a:latin typeface="Calibri"/>
                <a:cs typeface="Calibri"/>
              </a:rPr>
              <a:t>|	8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106 |	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40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85"/>
              </a:spcBef>
              <a:tabLst>
                <a:tab pos="313055" algn="l"/>
                <a:tab pos="901065" algn="l"/>
                <a:tab pos="1613535" algn="l"/>
                <a:tab pos="2253615" algn="l"/>
              </a:tabLst>
            </a:pPr>
            <a:r>
              <a:rPr sz="1800" dirty="0">
                <a:latin typeface="Calibri"/>
                <a:cs typeface="Calibri"/>
              </a:rPr>
              <a:t>|	9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103 |	6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14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  <a:p>
            <a:pPr>
              <a:lnSpc>
                <a:spcPct val="100000"/>
              </a:lnSpc>
              <a:spcBef>
                <a:spcPts val="580"/>
              </a:spcBef>
              <a:tabLst>
                <a:tab pos="261620" algn="l"/>
                <a:tab pos="963294" algn="l"/>
                <a:tab pos="1677670" algn="l"/>
                <a:tab pos="2368550" algn="l"/>
              </a:tabLst>
            </a:pPr>
            <a:r>
              <a:rPr sz="1800" dirty="0">
                <a:latin typeface="Calibri"/>
                <a:cs typeface="Calibri"/>
              </a:rPr>
              <a:t>|	10 |	105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8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2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15770" y="4876291"/>
            <a:ext cx="2824480" cy="72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7200"/>
              </a:lnSpc>
              <a:spcBef>
                <a:spcPts val="100"/>
              </a:spcBef>
              <a:tabLst>
                <a:tab pos="534670" algn="l"/>
                <a:tab pos="1350010" algn="l"/>
                <a:tab pos="1883410" algn="l"/>
                <a:tab pos="2697480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  9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rows</a:t>
            </a:r>
            <a:r>
              <a:rPr sz="1800" spc="-5" dirty="0">
                <a:latin typeface="Calibri"/>
                <a:cs typeface="Calibri"/>
              </a:rPr>
              <a:t> 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(0.18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82055" y="385572"/>
            <a:ext cx="4772025" cy="5015865"/>
          </a:xfrm>
          <a:custGeom>
            <a:avLst/>
            <a:gdLst/>
            <a:ahLst/>
            <a:cxnLst/>
            <a:rect l="l" t="t" r="r" b="b"/>
            <a:pathLst>
              <a:path w="4772025" h="5015865">
                <a:moveTo>
                  <a:pt x="0" y="5015483"/>
                </a:moveTo>
                <a:lnTo>
                  <a:pt x="4771644" y="5015483"/>
                </a:lnTo>
                <a:lnTo>
                  <a:pt x="4771644" y="0"/>
                </a:lnTo>
                <a:lnTo>
                  <a:pt x="0" y="0"/>
                </a:lnTo>
                <a:lnTo>
                  <a:pt x="0" y="501548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73750" y="301497"/>
            <a:ext cx="4597400" cy="10731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latin typeface="Calibri"/>
                <a:cs typeface="Calibri"/>
              </a:rPr>
              <a:t>mysql&gt;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534670" algn="l"/>
                <a:tab pos="1630680" algn="l"/>
                <a:tab pos="2302510" algn="l"/>
                <a:tab pos="2976880" algn="l"/>
                <a:tab pos="3580129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spc="5" dirty="0">
                <a:latin typeface="Calibri"/>
                <a:cs typeface="Calibri"/>
              </a:rPr>
              <a:t>+</a:t>
            </a:r>
            <a:r>
              <a:rPr sz="1800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1979295" algn="l"/>
              </a:tabLst>
            </a:pPr>
            <a:r>
              <a:rPr sz="1800" dirty="0">
                <a:latin typeface="Calibri"/>
                <a:cs typeface="Calibri"/>
              </a:rPr>
              <a:t>| </a:t>
            </a:r>
            <a:r>
              <a:rPr sz="1800" spc="-5" dirty="0">
                <a:latin typeface="Calibri"/>
                <a:cs typeface="Calibri"/>
              </a:rPr>
              <a:t>P_ID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 </a:t>
            </a:r>
            <a:r>
              <a:rPr sz="1800" spc="-5" dirty="0">
                <a:latin typeface="Calibri"/>
                <a:cs typeface="Calibri"/>
              </a:rPr>
              <a:t>P_NAME	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SUP_ID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CAT_ID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50" y="1422019"/>
            <a:ext cx="37071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34670" algn="l"/>
                <a:tab pos="1630680" algn="l"/>
                <a:tab pos="2302510" algn="l"/>
                <a:tab pos="2976880" algn="l"/>
                <a:tab pos="3580129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spc="5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50" y="1696339"/>
            <a:ext cx="1926589" cy="24657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  <a:tabLst>
                <a:tab pos="313055" algn="l"/>
              </a:tabLst>
            </a:pPr>
            <a:r>
              <a:rPr sz="1800" dirty="0">
                <a:latin typeface="Calibri"/>
                <a:cs typeface="Calibri"/>
              </a:rPr>
              <a:t>|	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LUX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SOAP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313055" algn="l"/>
              </a:tabLst>
            </a:pPr>
            <a:r>
              <a:rPr sz="1800" dirty="0">
                <a:latin typeface="Calibri"/>
                <a:cs typeface="Calibri"/>
              </a:rPr>
              <a:t>|	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SHAMPOO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tabLst>
                <a:tab pos="313055" algn="l"/>
              </a:tabLst>
            </a:pPr>
            <a:r>
              <a:rPr sz="1800" dirty="0">
                <a:latin typeface="Calibri"/>
                <a:cs typeface="Calibri"/>
              </a:rPr>
              <a:t>|	3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DETTOL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SOAP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313055" algn="l"/>
              </a:tabLst>
            </a:pPr>
            <a:r>
              <a:rPr sz="1800" dirty="0">
                <a:latin typeface="Calibri"/>
                <a:cs typeface="Calibri"/>
              </a:rPr>
              <a:t>|	4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SYRUP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313055" algn="l"/>
              </a:tabLst>
            </a:pPr>
            <a:r>
              <a:rPr sz="1800" dirty="0">
                <a:latin typeface="Calibri"/>
                <a:cs typeface="Calibri"/>
              </a:rPr>
              <a:t>|	5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NOODLES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tabLst>
                <a:tab pos="313055" algn="l"/>
              </a:tabLst>
            </a:pPr>
            <a:r>
              <a:rPr sz="1800" dirty="0">
                <a:latin typeface="Calibri"/>
                <a:cs typeface="Calibri"/>
              </a:rPr>
              <a:t>|	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BODY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Wash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1800" dirty="0">
                <a:latin typeface="Calibri"/>
                <a:cs typeface="Calibri"/>
              </a:rPr>
              <a:t>|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87286" y="3862196"/>
            <a:ext cx="1910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8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BABY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Shampoo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4662" y="1696339"/>
            <a:ext cx="2007870" cy="24657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685"/>
              </a:spcBef>
              <a:tabLst>
                <a:tab pos="441959" algn="l"/>
                <a:tab pos="1028065" algn="l"/>
                <a:tab pos="1510665" algn="l"/>
              </a:tabLst>
            </a:pPr>
            <a:r>
              <a:rPr sz="1800" dirty="0">
                <a:latin typeface="Calibri"/>
                <a:cs typeface="Calibri"/>
              </a:rPr>
              <a:t>|	1 |	3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20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tabLst>
                <a:tab pos="417830" algn="l"/>
                <a:tab pos="1003935" algn="l"/>
                <a:tab pos="1487170" algn="l"/>
              </a:tabLst>
            </a:pPr>
            <a:r>
              <a:rPr sz="1800" dirty="0">
                <a:latin typeface="Calibri"/>
                <a:cs typeface="Calibri"/>
              </a:rPr>
              <a:t>|	3 |	4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50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575"/>
              </a:spcBef>
              <a:tabLst>
                <a:tab pos="436880" algn="l"/>
                <a:tab pos="1022985" algn="l"/>
                <a:tab pos="1505585" algn="l"/>
              </a:tabLst>
            </a:pPr>
            <a:r>
              <a:rPr sz="1800" dirty="0">
                <a:latin typeface="Calibri"/>
                <a:cs typeface="Calibri"/>
              </a:rPr>
              <a:t>|	1 |	4 |	30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590"/>
              </a:spcBef>
              <a:tabLst>
                <a:tab pos="444500" algn="l"/>
                <a:tab pos="1031875" algn="l"/>
                <a:tab pos="1513205" algn="l"/>
              </a:tabLst>
            </a:pPr>
            <a:r>
              <a:rPr sz="1800" dirty="0">
                <a:latin typeface="Calibri"/>
                <a:cs typeface="Calibri"/>
              </a:rPr>
              <a:t>|	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3 |	70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431800" algn="l"/>
                <a:tab pos="1017905" algn="l"/>
                <a:tab pos="1500505" algn="l"/>
              </a:tabLst>
            </a:pPr>
            <a:r>
              <a:rPr sz="1800" dirty="0">
                <a:latin typeface="Calibri"/>
                <a:cs typeface="Calibri"/>
              </a:rPr>
              <a:t>|	3 |	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25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41910">
              <a:lnSpc>
                <a:spcPct val="100000"/>
              </a:lnSpc>
              <a:spcBef>
                <a:spcPts val="575"/>
              </a:spcBef>
              <a:tabLst>
                <a:tab pos="460375" algn="l"/>
                <a:tab pos="1048385" algn="l"/>
                <a:tab pos="1477645" algn="l"/>
              </a:tabLst>
            </a:pPr>
            <a:r>
              <a:rPr sz="1800" dirty="0">
                <a:latin typeface="Calibri"/>
                <a:cs typeface="Calibri"/>
              </a:rPr>
              <a:t>|	4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 |	120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473075">
              <a:lnSpc>
                <a:spcPct val="100000"/>
              </a:lnSpc>
              <a:spcBef>
                <a:spcPts val="585"/>
              </a:spcBef>
              <a:tabLst>
                <a:tab pos="1059180" algn="l"/>
                <a:tab pos="1489710" algn="l"/>
              </a:tabLst>
            </a:pPr>
            <a:r>
              <a:rPr sz="1800" dirty="0">
                <a:latin typeface="Calibri"/>
                <a:cs typeface="Calibri"/>
              </a:rPr>
              <a:t>4 |	8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	150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3750" y="4138421"/>
            <a:ext cx="3707129" cy="7207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r>
              <a:rPr sz="1800" spc="-5" dirty="0">
                <a:latin typeface="Calibri"/>
                <a:cs typeface="Calibri"/>
              </a:rPr>
              <a:t>+------+--------------+--------+--------+-------+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latin typeface="Calibri"/>
                <a:cs typeface="Calibri"/>
              </a:rPr>
              <a:t>7</a:t>
            </a:r>
            <a:r>
              <a:rPr sz="1800" spc="-15" dirty="0">
                <a:latin typeface="Calibri"/>
                <a:cs typeface="Calibri"/>
              </a:rPr>
              <a:t> rows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(0.10 sec)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17" y="51561"/>
            <a:ext cx="17919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55" dirty="0"/>
              <a:t> </a:t>
            </a:r>
            <a:r>
              <a:rPr spc="-3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0295" y="487426"/>
            <a:ext cx="5725795" cy="141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37890">
              <a:lnSpc>
                <a:spcPct val="1272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SELECT </a:t>
            </a:r>
            <a:r>
              <a:rPr sz="1800" spc="-5" dirty="0">
                <a:latin typeface="Calibri"/>
                <a:cs typeface="Calibri"/>
              </a:rPr>
              <a:t>column_name(s)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table_name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800" spc="-10" dirty="0">
                <a:latin typeface="Calibri"/>
                <a:cs typeface="Calibri"/>
              </a:rPr>
              <a:t>WHERE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column_name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operator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800" spc="-10" dirty="0">
                <a:latin typeface="Calibri"/>
                <a:cs typeface="Calibri"/>
              </a:rPr>
              <a:t>(SELECT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column_name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table_name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WHERE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condition);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295" y="2232787"/>
            <a:ext cx="6142355" cy="1766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alibri"/>
                <a:cs typeface="Calibri"/>
              </a:rPr>
              <a:t>mysql&gt;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P_NAME</a:t>
            </a:r>
            <a:endParaRPr sz="1800" dirty="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</a:t>
            </a:r>
            <a:endParaRPr sz="1800" dirty="0">
              <a:latin typeface="Calibri"/>
              <a:cs typeface="Calibri"/>
            </a:endParaRPr>
          </a:p>
          <a:p>
            <a:pPr marL="749935">
              <a:lnSpc>
                <a:spcPct val="100000"/>
              </a:lnSpc>
              <a:spcBef>
                <a:spcPts val="590"/>
              </a:spcBef>
            </a:pPr>
            <a:r>
              <a:rPr sz="1800" spc="-5" dirty="0">
                <a:latin typeface="Calibri"/>
                <a:cs typeface="Calibri"/>
              </a:rPr>
              <a:t>where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P_ID=all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(select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P_ID</a:t>
            </a:r>
            <a:endParaRPr sz="1800" dirty="0">
              <a:latin typeface="Calibri"/>
              <a:cs typeface="Calibri"/>
            </a:endParaRPr>
          </a:p>
          <a:p>
            <a:pPr marL="2121535">
              <a:lnSpc>
                <a:spcPct val="100000"/>
              </a:lnSpc>
              <a:spcBef>
                <a:spcPts val="585"/>
              </a:spcBef>
            </a:pP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order_details</a:t>
            </a:r>
            <a:endParaRPr sz="1800" dirty="0">
              <a:latin typeface="Calibri"/>
              <a:cs typeface="Calibri"/>
            </a:endParaRPr>
          </a:p>
          <a:p>
            <a:pPr marL="2070100">
              <a:lnSpc>
                <a:spcPct val="100000"/>
              </a:lnSpc>
              <a:spcBef>
                <a:spcPts val="580"/>
              </a:spcBef>
            </a:pPr>
            <a:r>
              <a:rPr sz="1800" spc="-5" dirty="0">
                <a:latin typeface="Calibri"/>
                <a:cs typeface="Calibri"/>
              </a:rPr>
              <a:t>where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ORDER_ID=108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ORDER_ID=106);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0295" y="4323969"/>
            <a:ext cx="4333240" cy="1766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10" dirty="0">
                <a:latin typeface="Calibri"/>
                <a:cs typeface="Calibri"/>
              </a:rPr>
              <a:t>mysql&gt;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P_NAME</a:t>
            </a:r>
            <a:endParaRPr sz="18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  <a:p>
            <a:pPr marL="749935">
              <a:lnSpc>
                <a:spcPct val="100000"/>
              </a:lnSpc>
              <a:spcBef>
                <a:spcPts val="590"/>
              </a:spcBef>
            </a:pPr>
            <a:r>
              <a:rPr sz="1800" spc="-5" dirty="0">
                <a:latin typeface="Calibri"/>
                <a:cs typeface="Calibri"/>
              </a:rPr>
              <a:t>where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P_ID=all(select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P_ID</a:t>
            </a:r>
            <a:endParaRPr sz="1800">
              <a:latin typeface="Calibri"/>
              <a:cs typeface="Calibri"/>
            </a:endParaRPr>
          </a:p>
          <a:p>
            <a:pPr marL="2121535" marR="5080" indent="-52069">
              <a:lnSpc>
                <a:spcPct val="126699"/>
              </a:lnSpc>
              <a:spcBef>
                <a:spcPts val="10"/>
              </a:spcBef>
            </a:pP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order_details </a:t>
            </a:r>
            <a:r>
              <a:rPr sz="1800" spc="-5" dirty="0">
                <a:latin typeface="Calibri"/>
                <a:cs typeface="Calibri"/>
              </a:rPr>
              <a:t> where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ORDER_ID=101);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15300" y="2218944"/>
            <a:ext cx="2257425" cy="1754505"/>
          </a:xfrm>
          <a:prstGeom prst="rect">
            <a:avLst/>
          </a:prstGeom>
          <a:ln w="9144">
            <a:solidFill>
              <a:srgbClr val="7E7E7E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+----------+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tabLst>
                <a:tab pos="1226185" algn="l"/>
              </a:tabLst>
            </a:pPr>
            <a:r>
              <a:rPr sz="1800" dirty="0">
                <a:latin typeface="Calibri"/>
                <a:cs typeface="Calibri"/>
              </a:rPr>
              <a:t>|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P_NAME	|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tabLst>
                <a:tab pos="907415" algn="l"/>
              </a:tabLst>
            </a:pPr>
            <a:r>
              <a:rPr sz="1800" spc="5" dirty="0">
                <a:latin typeface="Calibri"/>
                <a:cs typeface="Calibri"/>
              </a:rPr>
              <a:t>+</a:t>
            </a:r>
            <a:r>
              <a:rPr sz="1800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|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LUX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SOAP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+----------+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15" dirty="0">
                <a:latin typeface="Calibri"/>
                <a:cs typeface="Calibri"/>
              </a:rPr>
              <a:t> row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(0.00 </a:t>
            </a:r>
            <a:r>
              <a:rPr sz="1800" dirty="0">
                <a:latin typeface="Calibri"/>
                <a:cs typeface="Calibri"/>
              </a:rPr>
              <a:t>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4383" y="4521708"/>
            <a:ext cx="2514600" cy="1754505"/>
          </a:xfrm>
          <a:prstGeom prst="rect">
            <a:avLst/>
          </a:prstGeom>
          <a:ln w="9144">
            <a:solidFill>
              <a:srgbClr val="7E7E7E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/>
                <a:cs typeface="Calibri"/>
              </a:rPr>
              <a:t>+---------+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|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P_NAME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+---------+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|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SHAMPOO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tabLst>
                <a:tab pos="836930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r>
              <a:rPr sz="1800" spc="-15" dirty="0">
                <a:latin typeface="Calibri"/>
                <a:cs typeface="Calibri"/>
              </a:rPr>
              <a:t> row</a:t>
            </a:r>
            <a:r>
              <a:rPr sz="1800" spc="-5" dirty="0">
                <a:latin typeface="Calibri"/>
                <a:cs typeface="Calibri"/>
              </a:rPr>
              <a:t> 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(0.00 sec)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5970" y="446913"/>
            <a:ext cx="18751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ANY</a:t>
            </a:r>
            <a:r>
              <a:rPr spc="-150" dirty="0"/>
              <a:t> </a:t>
            </a:r>
            <a:r>
              <a:rPr spc="-4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1770" y="1201927"/>
            <a:ext cx="6670040" cy="158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35754">
              <a:lnSpc>
                <a:spcPct val="1214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SLECT column_name(s)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FROM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table_name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100" dirty="0">
                <a:latin typeface="Calibri"/>
                <a:cs typeface="Calibri"/>
              </a:rPr>
              <a:t>WHERE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column_name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operator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ANY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100" spc="-10" dirty="0">
                <a:latin typeface="Calibri"/>
                <a:cs typeface="Calibri"/>
              </a:rPr>
              <a:t>(SELECT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column_name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FROM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table_name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WHERE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condition);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5970" y="3927475"/>
            <a:ext cx="4167504" cy="158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marR="1670050" indent="-685800">
              <a:lnSpc>
                <a:spcPct val="121900"/>
              </a:lnSpc>
              <a:spcBef>
                <a:spcPts val="100"/>
              </a:spcBef>
            </a:pPr>
            <a:r>
              <a:rPr sz="2100" spc="-15" dirty="0">
                <a:latin typeface="Calibri"/>
                <a:cs typeface="Calibri"/>
              </a:rPr>
              <a:t>mysql&gt; </a:t>
            </a:r>
            <a:r>
              <a:rPr sz="2100" spc="-5" dirty="0">
                <a:latin typeface="Calibri"/>
                <a:cs typeface="Calibri"/>
              </a:rPr>
              <a:t>select P_NAME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from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Product</a:t>
            </a:r>
            <a:endParaRPr sz="2100">
              <a:latin typeface="Calibri"/>
              <a:cs typeface="Calibri"/>
            </a:endParaRPr>
          </a:p>
          <a:p>
            <a:pPr marL="344805" algn="ctr">
              <a:lnSpc>
                <a:spcPct val="100000"/>
              </a:lnSpc>
              <a:spcBef>
                <a:spcPts val="550"/>
              </a:spcBef>
            </a:pPr>
            <a:r>
              <a:rPr sz="2100" spc="-10" dirty="0">
                <a:latin typeface="Calibri"/>
                <a:cs typeface="Calibri"/>
              </a:rPr>
              <a:t>where </a:t>
            </a:r>
            <a:r>
              <a:rPr sz="2100" spc="-5" dirty="0">
                <a:latin typeface="Calibri"/>
                <a:cs typeface="Calibri"/>
              </a:rPr>
              <a:t>P_ID=ANY(select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P_ID</a:t>
            </a:r>
            <a:endParaRPr sz="2100">
              <a:latin typeface="Calibri"/>
              <a:cs typeface="Calibri"/>
            </a:endParaRPr>
          </a:p>
          <a:p>
            <a:pPr marL="2131060">
              <a:lnSpc>
                <a:spcPct val="100000"/>
              </a:lnSpc>
              <a:spcBef>
                <a:spcPts val="540"/>
              </a:spcBef>
            </a:pPr>
            <a:r>
              <a:rPr sz="2100" spc="-15" dirty="0">
                <a:latin typeface="Calibri"/>
                <a:cs typeface="Calibri"/>
              </a:rPr>
              <a:t>from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order_details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3623" y="5556910"/>
            <a:ext cx="47517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where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ORDER_ID=101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OR</a:t>
            </a:r>
            <a:r>
              <a:rPr sz="2100" spc="47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ORDER_ID=102);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0856" y="3272028"/>
            <a:ext cx="2772410" cy="2246630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35"/>
              </a:spcBef>
              <a:tabLst>
                <a:tab pos="1228725" algn="l"/>
              </a:tabLst>
            </a:pPr>
            <a:r>
              <a:rPr sz="2000" spc="-5" dirty="0">
                <a:latin typeface="Calibri"/>
                <a:cs typeface="Calibri"/>
              </a:rPr>
              <a:t>+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000" dirty="0">
                <a:latin typeface="Calibri"/>
                <a:cs typeface="Calibri"/>
              </a:rPr>
              <a:t>+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tabLst>
                <a:tab pos="1520190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P_NAME	|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+-------------+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tabLst>
                <a:tab pos="1660525" algn="l"/>
              </a:tabLst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SHAMPOO	|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|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DETTOL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SOAP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|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+-------------+</a:t>
            </a:r>
            <a:endParaRPr sz="20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2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rows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(0.07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843" y="46635"/>
            <a:ext cx="71012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DCL:</a:t>
            </a:r>
            <a:r>
              <a:rPr spc="5" dirty="0"/>
              <a:t> </a:t>
            </a:r>
            <a:r>
              <a:rPr spc="-25" dirty="0"/>
              <a:t>Data</a:t>
            </a:r>
            <a:r>
              <a:rPr spc="-5" dirty="0"/>
              <a:t> </a:t>
            </a:r>
            <a:r>
              <a:rPr spc="-20" dirty="0"/>
              <a:t>control</a:t>
            </a:r>
            <a:r>
              <a:rPr dirty="0"/>
              <a:t> </a:t>
            </a:r>
            <a:r>
              <a:rPr spc="-5" dirty="0"/>
              <a:t>language</a:t>
            </a:r>
            <a:r>
              <a:rPr spc="-10" dirty="0"/>
              <a:t> </a:t>
            </a:r>
            <a:r>
              <a:rPr spc="-15" dirty="0"/>
              <a:t>Creating</a:t>
            </a:r>
            <a:r>
              <a:rPr dirty="0"/>
              <a:t> </a:t>
            </a:r>
            <a:r>
              <a:rPr spc="-15" dirty="0"/>
              <a:t>Users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3667" y="842791"/>
            <a:ext cx="7416291" cy="3584828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35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dirty="0">
                <a:latin typeface="Calibri"/>
                <a:cs typeface="Calibri"/>
              </a:rPr>
              <a:t>MySQL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open-source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database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management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software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that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helps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users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store,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organize,</a:t>
            </a:r>
            <a:r>
              <a:rPr sz="2100" dirty="0">
                <a:latin typeface="Calibri"/>
                <a:cs typeface="Calibri"/>
              </a:rPr>
              <a:t> and</a:t>
            </a:r>
            <a:r>
              <a:rPr sz="2100" spc="-15" dirty="0">
                <a:latin typeface="Calibri"/>
                <a:cs typeface="Calibri"/>
              </a:rPr>
              <a:t> later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retrieve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data.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has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 </a:t>
            </a:r>
            <a:r>
              <a:rPr sz="2100" spc="-10" dirty="0">
                <a:latin typeface="Calibri"/>
                <a:cs typeface="Calibri"/>
              </a:rPr>
              <a:t>variety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options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grant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specific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users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permissions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within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tables</a:t>
            </a:r>
            <a:r>
              <a:rPr sz="2100" dirty="0">
                <a:latin typeface="Calibri"/>
                <a:cs typeface="Calibri"/>
              </a:rPr>
              <a:t> and 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databases</a:t>
            </a:r>
            <a:endParaRPr sz="21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Create</a:t>
            </a:r>
            <a:r>
              <a:rPr sz="21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100" b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New</a:t>
            </a:r>
            <a:r>
              <a:rPr sz="21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User:</a:t>
            </a:r>
            <a:endParaRPr sz="2100" dirty="0">
              <a:latin typeface="Calibri"/>
              <a:cs typeface="Calibri"/>
            </a:endParaRPr>
          </a:p>
          <a:p>
            <a:pPr marL="12700" marR="146685">
              <a:lnSpc>
                <a:spcPct val="90000"/>
              </a:lnSpc>
              <a:spcBef>
                <a:spcPts val="805"/>
              </a:spcBef>
            </a:pPr>
            <a:r>
              <a:rPr sz="2100" spc="-15" dirty="0">
                <a:latin typeface="Calibri"/>
                <a:cs typeface="Calibri"/>
              </a:rPr>
              <a:t>we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did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</a:t>
            </a:r>
            <a:r>
              <a:rPr sz="2100" spc="-5" dirty="0">
                <a:latin typeface="Calibri"/>
                <a:cs typeface="Calibri"/>
              </a:rPr>
              <a:t> of</a:t>
            </a:r>
            <a:r>
              <a:rPr sz="2100" dirty="0">
                <a:latin typeface="Calibri"/>
                <a:cs typeface="Calibri"/>
              </a:rPr>
              <a:t> the editing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MySQL as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root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45" dirty="0">
                <a:latin typeface="Calibri"/>
                <a:cs typeface="Calibri"/>
              </a:rPr>
              <a:t>user,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 </a:t>
            </a:r>
            <a:r>
              <a:rPr sz="2100" spc="-10" dirty="0">
                <a:latin typeface="Calibri"/>
                <a:cs typeface="Calibri"/>
              </a:rPr>
              <a:t>full</a:t>
            </a:r>
            <a:r>
              <a:rPr sz="2100" dirty="0">
                <a:latin typeface="Calibri"/>
                <a:cs typeface="Calibri"/>
              </a:rPr>
              <a:t> access </a:t>
            </a:r>
            <a:r>
              <a:rPr sz="2100" spc="-10" dirty="0">
                <a:latin typeface="Calibri"/>
                <a:cs typeface="Calibri"/>
              </a:rPr>
              <a:t>to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 </a:t>
            </a:r>
            <a:r>
              <a:rPr sz="2100" spc="-5" dirty="0">
                <a:latin typeface="Calibri"/>
                <a:cs typeface="Calibri"/>
              </a:rPr>
              <a:t>of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databases.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However,</a:t>
            </a:r>
            <a:r>
              <a:rPr sz="2100" spc="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cases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where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more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restrictions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may 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 </a:t>
            </a:r>
            <a:r>
              <a:rPr sz="2100" spc="-10" dirty="0">
                <a:latin typeface="Calibri"/>
                <a:cs typeface="Calibri"/>
              </a:rPr>
              <a:t>required,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are </a:t>
            </a:r>
            <a:r>
              <a:rPr sz="2100" spc="-25" dirty="0">
                <a:latin typeface="Calibri"/>
                <a:cs typeface="Calibri"/>
              </a:rPr>
              <a:t>ways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create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users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custom</a:t>
            </a:r>
            <a:r>
              <a:rPr sz="2100" spc="-5" dirty="0">
                <a:latin typeface="Calibri"/>
                <a:cs typeface="Calibri"/>
              </a:rPr>
              <a:t> permissions.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1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Syntax:</a:t>
            </a:r>
            <a:r>
              <a:rPr sz="2100" b="1" spc="180" dirty="0">
                <a:latin typeface="Calibri"/>
                <a:cs typeface="Calibri"/>
              </a:rPr>
              <a:t> </a:t>
            </a:r>
            <a:r>
              <a:rPr sz="2100" dirty="0">
                <a:latin typeface="Arial MT"/>
                <a:cs typeface="Arial MT"/>
              </a:rPr>
              <a:t>•</a:t>
            </a:r>
            <a:r>
              <a:rPr sz="2100" spc="40" dirty="0">
                <a:latin typeface="Arial MT"/>
                <a:cs typeface="Arial MT"/>
              </a:rPr>
              <a:t> </a:t>
            </a:r>
            <a:r>
              <a:rPr sz="2100" spc="-5" dirty="0">
                <a:latin typeface="Calibri"/>
                <a:cs typeface="Calibri"/>
              </a:rPr>
              <a:t>The </a:t>
            </a:r>
            <a:r>
              <a:rPr sz="2100" spc="-10" dirty="0">
                <a:latin typeface="Calibri"/>
                <a:cs typeface="Calibri"/>
              </a:rPr>
              <a:t>DBA creates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users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by </a:t>
            </a:r>
            <a:r>
              <a:rPr sz="2100" spc="-5" dirty="0">
                <a:latin typeface="Calibri"/>
                <a:cs typeface="Calibri"/>
              </a:rPr>
              <a:t>using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</a:t>
            </a:r>
            <a:r>
              <a:rPr sz="2100" spc="-40" dirty="0">
                <a:latin typeface="Calibri"/>
                <a:cs typeface="Calibri"/>
              </a:rPr>
              <a:t>CREATE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USER </a:t>
            </a:r>
            <a:r>
              <a:rPr sz="2100" spc="-15" dirty="0">
                <a:latin typeface="Calibri"/>
                <a:cs typeface="Calibri"/>
              </a:rPr>
              <a:t>statement.</a:t>
            </a:r>
            <a:endParaRPr sz="21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62918" y="5567284"/>
            <a:ext cx="7506970" cy="886460"/>
            <a:chOff x="2180844" y="4792916"/>
            <a:chExt cx="7506970" cy="886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2952" y="4855463"/>
              <a:ext cx="7404354" cy="7795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4852" y="4901183"/>
              <a:ext cx="6480809" cy="7780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33422" y="4805933"/>
              <a:ext cx="7378065" cy="753110"/>
            </a:xfrm>
            <a:custGeom>
              <a:avLst/>
              <a:gdLst/>
              <a:ahLst/>
              <a:cxnLst/>
              <a:rect l="l" t="t" r="r" b="b"/>
              <a:pathLst>
                <a:path w="7378065" h="753110">
                  <a:moveTo>
                    <a:pt x="7377683" y="0"/>
                  </a:moveTo>
                  <a:lnTo>
                    <a:pt x="0" y="0"/>
                  </a:lnTo>
                  <a:lnTo>
                    <a:pt x="0" y="752855"/>
                  </a:lnTo>
                  <a:lnTo>
                    <a:pt x="7377683" y="752855"/>
                  </a:lnTo>
                  <a:lnTo>
                    <a:pt x="737768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33422" y="4805933"/>
              <a:ext cx="7378065" cy="753110"/>
            </a:xfrm>
            <a:custGeom>
              <a:avLst/>
              <a:gdLst/>
              <a:ahLst/>
              <a:cxnLst/>
              <a:rect l="l" t="t" r="r" b="b"/>
              <a:pathLst>
                <a:path w="7378065" h="753110">
                  <a:moveTo>
                    <a:pt x="0" y="752855"/>
                  </a:moveTo>
                  <a:lnTo>
                    <a:pt x="7377683" y="752855"/>
                  </a:lnTo>
                  <a:lnTo>
                    <a:pt x="7377683" y="0"/>
                  </a:lnTo>
                  <a:lnTo>
                    <a:pt x="0" y="0"/>
                  </a:lnTo>
                  <a:lnTo>
                    <a:pt x="0" y="75285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0844" y="5106911"/>
              <a:ext cx="2076450" cy="50826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24354" y="4868036"/>
            <a:ext cx="17887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SQL&gt;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CREATE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User</a:t>
            </a:r>
            <a:r>
              <a:rPr sz="1800" spc="-7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created.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40812" y="3943259"/>
            <a:ext cx="7581265" cy="807085"/>
            <a:chOff x="2220467" y="3963923"/>
            <a:chExt cx="7581265" cy="8070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2951" y="4026407"/>
              <a:ext cx="7518654" cy="6682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9423" y="4015739"/>
              <a:ext cx="3550158" cy="75514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33421" y="3976877"/>
              <a:ext cx="7492365" cy="641985"/>
            </a:xfrm>
            <a:custGeom>
              <a:avLst/>
              <a:gdLst/>
              <a:ahLst/>
              <a:cxnLst/>
              <a:rect l="l" t="t" r="r" b="b"/>
              <a:pathLst>
                <a:path w="7492365" h="641985">
                  <a:moveTo>
                    <a:pt x="7491983" y="0"/>
                  </a:moveTo>
                  <a:lnTo>
                    <a:pt x="0" y="0"/>
                  </a:lnTo>
                  <a:lnTo>
                    <a:pt x="0" y="641604"/>
                  </a:lnTo>
                  <a:lnTo>
                    <a:pt x="7491983" y="641604"/>
                  </a:lnTo>
                  <a:lnTo>
                    <a:pt x="749198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33421" y="3976877"/>
              <a:ext cx="7492365" cy="641985"/>
            </a:xfrm>
            <a:custGeom>
              <a:avLst/>
              <a:gdLst/>
              <a:ahLst/>
              <a:cxnLst/>
              <a:rect l="l" t="t" r="r" b="b"/>
              <a:pathLst>
                <a:path w="7492365" h="641985">
                  <a:moveTo>
                    <a:pt x="0" y="641604"/>
                  </a:moveTo>
                  <a:lnTo>
                    <a:pt x="7491983" y="641604"/>
                  </a:lnTo>
                  <a:lnTo>
                    <a:pt x="7491983" y="0"/>
                  </a:lnTo>
                  <a:lnTo>
                    <a:pt x="0" y="0"/>
                  </a:lnTo>
                  <a:lnTo>
                    <a:pt x="0" y="64160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24354" y="3983863"/>
            <a:ext cx="1788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CREATE USER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IDENTIFIED</a:t>
            </a:r>
            <a:r>
              <a:rPr sz="1800" spc="-10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8107" y="3983863"/>
            <a:ext cx="438848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marR="2936875" indent="59055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Courier New"/>
                <a:cs typeface="Courier New"/>
              </a:rPr>
              <a:t>username </a:t>
            </a:r>
            <a:r>
              <a:rPr sz="1800" i="1" spc="-1070" dirty="0">
                <a:latin typeface="Courier New"/>
                <a:cs typeface="Courier New"/>
              </a:rPr>
              <a:t> </a:t>
            </a:r>
            <a:r>
              <a:rPr sz="1800" i="1" spc="-15" dirty="0">
                <a:latin typeface="Courier New"/>
                <a:cs typeface="Courier New"/>
              </a:rPr>
              <a:t>p</a:t>
            </a:r>
            <a:r>
              <a:rPr sz="1800" i="1" spc="-5" dirty="0">
                <a:latin typeface="Courier New"/>
                <a:cs typeface="Courier New"/>
              </a:rPr>
              <a:t>as</a:t>
            </a:r>
            <a:r>
              <a:rPr sz="1800" i="1" spc="-15" dirty="0">
                <a:latin typeface="Courier New"/>
                <a:cs typeface="Courier New"/>
              </a:rPr>
              <a:t>s</a:t>
            </a:r>
            <a:r>
              <a:rPr sz="1800" i="1" spc="-5" dirty="0">
                <a:latin typeface="Courier New"/>
                <a:cs typeface="Courier New"/>
              </a:rPr>
              <a:t>w</a:t>
            </a:r>
            <a:r>
              <a:rPr sz="1800" i="1" spc="-15" dirty="0">
                <a:latin typeface="Courier New"/>
                <a:cs typeface="Courier New"/>
              </a:rPr>
              <a:t>or</a:t>
            </a:r>
            <a:r>
              <a:rPr sz="1800" i="1" dirty="0">
                <a:latin typeface="Courier New"/>
                <a:cs typeface="Courier New"/>
              </a:rPr>
              <a:t>d</a:t>
            </a:r>
            <a:r>
              <a:rPr sz="180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819785" algn="l"/>
              </a:tabLst>
            </a:pPr>
            <a:r>
              <a:rPr sz="1800" spc="-10" dirty="0">
                <a:latin typeface="Courier New"/>
                <a:cs typeface="Courier New"/>
              </a:rPr>
              <a:t>USER	scott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IDENTIFIED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BY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tiger;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2951" y="6391133"/>
            <a:ext cx="550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MYSQL&gt;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CREATE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'newuser'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'password';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11453"/>
            <a:ext cx="11036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</a:t>
            </a:r>
            <a:r>
              <a:rPr spc="-45" dirty="0"/>
              <a:t>n</a:t>
            </a:r>
            <a:r>
              <a:rPr dirty="0"/>
              <a:t>t…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17" y="1542034"/>
            <a:ext cx="7625715" cy="15982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4785" marR="393700" indent="-172720">
              <a:lnSpc>
                <a:spcPts val="2270"/>
              </a:lnSpc>
              <a:spcBef>
                <a:spcPts val="380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30" dirty="0">
                <a:latin typeface="Calibri"/>
                <a:cs typeface="Calibri"/>
              </a:rPr>
              <a:t>At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this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point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newuser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has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no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permissions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do anything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 the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databases.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 </a:t>
            </a:r>
            <a:r>
              <a:rPr sz="2100" spc="-10" dirty="0">
                <a:latin typeface="Calibri"/>
                <a:cs typeface="Calibri"/>
              </a:rPr>
              <a:t>fact,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even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if</a:t>
            </a:r>
            <a:r>
              <a:rPr sz="2100" spc="-5" dirty="0">
                <a:latin typeface="Calibri"/>
                <a:cs typeface="Calibri"/>
              </a:rPr>
              <a:t> newuser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tries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login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(with </a:t>
            </a:r>
            <a:r>
              <a:rPr sz="2100" dirty="0">
                <a:latin typeface="Calibri"/>
                <a:cs typeface="Calibri"/>
              </a:rPr>
              <a:t>the</a:t>
            </a:r>
          </a:p>
          <a:p>
            <a:pPr marL="184785">
              <a:lnSpc>
                <a:spcPts val="2230"/>
              </a:lnSpc>
            </a:pPr>
            <a:r>
              <a:rPr sz="2100" spc="-15" dirty="0">
                <a:latin typeface="Calibri"/>
                <a:cs typeface="Calibri"/>
              </a:rPr>
              <a:t>password),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they will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not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be </a:t>
            </a:r>
            <a:r>
              <a:rPr sz="2100" dirty="0">
                <a:latin typeface="Calibri"/>
                <a:cs typeface="Calibri"/>
              </a:rPr>
              <a:t>able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reach</a:t>
            </a:r>
            <a:r>
              <a:rPr sz="2100" dirty="0">
                <a:latin typeface="Calibri"/>
                <a:cs typeface="Calibri"/>
              </a:rPr>
              <a:t> the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MySQL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shell.</a:t>
            </a:r>
            <a:endParaRPr sz="2100" dirty="0">
              <a:latin typeface="Calibri"/>
              <a:cs typeface="Calibri"/>
            </a:endParaRPr>
          </a:p>
          <a:p>
            <a:pPr marL="184785" indent="-172720">
              <a:lnSpc>
                <a:spcPts val="2395"/>
              </a:lnSpc>
              <a:spcBef>
                <a:spcPts val="545"/>
              </a:spcBef>
              <a:buFont typeface="Arial MT"/>
              <a:buChar char="•"/>
              <a:tabLst>
                <a:tab pos="185420" algn="l"/>
              </a:tabLst>
            </a:pPr>
            <a:r>
              <a:rPr sz="2100" spc="-20" dirty="0">
                <a:latin typeface="Calibri"/>
                <a:cs typeface="Calibri"/>
              </a:rPr>
              <a:t>Therefore,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</a:t>
            </a:r>
            <a:r>
              <a:rPr sz="2100" spc="-20" dirty="0">
                <a:latin typeface="Calibri"/>
                <a:cs typeface="Calibri"/>
              </a:rPr>
              <a:t>first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thing</a:t>
            </a:r>
            <a:r>
              <a:rPr sz="2100" spc="-10" dirty="0">
                <a:latin typeface="Calibri"/>
                <a:cs typeface="Calibri"/>
              </a:rPr>
              <a:t> to</a:t>
            </a:r>
            <a:r>
              <a:rPr sz="2100" spc="-5" dirty="0">
                <a:latin typeface="Calibri"/>
                <a:cs typeface="Calibri"/>
              </a:rPr>
              <a:t> do</a:t>
            </a:r>
            <a:r>
              <a:rPr sz="2100" dirty="0">
                <a:latin typeface="Calibri"/>
                <a:cs typeface="Calibri"/>
              </a:rPr>
              <a:t> is </a:t>
            </a:r>
            <a:r>
              <a:rPr sz="2100" spc="-10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provide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</a:t>
            </a:r>
            <a:r>
              <a:rPr sz="2100" spc="-5" dirty="0">
                <a:latin typeface="Calibri"/>
                <a:cs typeface="Calibri"/>
              </a:rPr>
              <a:t>user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 </a:t>
            </a:r>
            <a:r>
              <a:rPr sz="2100" spc="-5" dirty="0">
                <a:latin typeface="Calibri"/>
                <a:cs typeface="Calibri"/>
              </a:rPr>
              <a:t>access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to</a:t>
            </a:r>
            <a:endParaRPr sz="2100" dirty="0">
              <a:latin typeface="Calibri"/>
              <a:cs typeface="Calibri"/>
            </a:endParaRPr>
          </a:p>
          <a:p>
            <a:pPr marL="184785">
              <a:lnSpc>
                <a:spcPts val="2395"/>
              </a:lnSpc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information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they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will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need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2244" y="3733800"/>
            <a:ext cx="8415655" cy="2578735"/>
          </a:xfrm>
          <a:prstGeom prst="rect">
            <a:avLst/>
          </a:prstGeom>
          <a:solidFill>
            <a:srgbClr val="4E4E4E"/>
          </a:solidFill>
        </p:spPr>
        <p:txBody>
          <a:bodyPr vert="horz" wrap="square" lIns="0" tIns="15557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225"/>
              </a:spcBef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mysql&gt;</a:t>
            </a:r>
            <a:r>
              <a:rPr sz="24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select</a:t>
            </a:r>
            <a:r>
              <a:rPr sz="2400" b="1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ourier New"/>
                <a:cs typeface="Courier New"/>
              </a:rPr>
              <a:t>*</a:t>
            </a:r>
            <a:r>
              <a:rPr sz="2400" b="1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from</a:t>
            </a:r>
            <a:r>
              <a:rPr sz="2400" b="1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mysql.user;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mysql&gt;</a:t>
            </a:r>
            <a:r>
              <a:rPr sz="2400" b="1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select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 User,</a:t>
            </a:r>
            <a:r>
              <a:rPr sz="24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Host</a:t>
            </a:r>
            <a:r>
              <a:rPr sz="2400" b="1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from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 mysql.user;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Courier New"/>
              <a:cs typeface="Courier New"/>
            </a:endParaRPr>
          </a:p>
          <a:p>
            <a:pPr marL="13398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ourier New"/>
                <a:cs typeface="Courier New"/>
              </a:rPr>
              <a:t>mysql&gt;</a:t>
            </a:r>
            <a:r>
              <a:rPr sz="2400" b="1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desc</a:t>
            </a:r>
            <a:r>
              <a:rPr sz="2400" b="1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mysql.user;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6698" y="283921"/>
            <a:ext cx="377444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15" dirty="0"/>
              <a:t> </a:t>
            </a:r>
            <a:r>
              <a:rPr spc="-35" dirty="0"/>
              <a:t>System</a:t>
            </a:r>
            <a:r>
              <a:rPr spc="-25" dirty="0"/>
              <a:t> </a:t>
            </a:r>
            <a:r>
              <a:rPr spc="-10" dirty="0"/>
              <a:t>Privileges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4976" y="2075688"/>
            <a:ext cx="7539990" cy="755650"/>
            <a:chOff x="2474976" y="2075688"/>
            <a:chExt cx="7539990" cy="755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8504" y="2084832"/>
              <a:ext cx="7506461" cy="6682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4976" y="2075688"/>
              <a:ext cx="4642866" cy="75514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58973" y="2035301"/>
            <a:ext cx="7480300" cy="641985"/>
          </a:xfrm>
          <a:prstGeom prst="rect">
            <a:avLst/>
          </a:prstGeom>
          <a:solidFill>
            <a:srgbClr val="FFFFCC"/>
          </a:solidFill>
          <a:ln w="25907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0805" marR="3011170">
              <a:lnSpc>
                <a:spcPct val="100000"/>
              </a:lnSpc>
              <a:spcBef>
                <a:spcPts val="150"/>
              </a:spcBef>
            </a:pPr>
            <a:r>
              <a:rPr sz="1800" spc="-10" dirty="0">
                <a:latin typeface="Courier New"/>
                <a:cs typeface="Courier New"/>
              </a:rPr>
              <a:t>GRANT </a:t>
            </a:r>
            <a:r>
              <a:rPr sz="1800" i="1" spc="-10" dirty="0">
                <a:latin typeface="Courier New"/>
                <a:cs typeface="Courier New"/>
              </a:rPr>
              <a:t>privilege </a:t>
            </a:r>
            <a:r>
              <a:rPr sz="1800" spc="-5" dirty="0">
                <a:latin typeface="Courier New"/>
                <a:cs typeface="Courier New"/>
              </a:rPr>
              <a:t>[, </a:t>
            </a:r>
            <a:r>
              <a:rPr sz="1800" i="1" spc="-10" dirty="0">
                <a:latin typeface="Courier New"/>
                <a:cs typeface="Courier New"/>
              </a:rPr>
              <a:t>privilege</a:t>
            </a:r>
            <a:r>
              <a:rPr sz="1800" spc="-10" dirty="0">
                <a:latin typeface="Courier New"/>
                <a:cs typeface="Courier New"/>
              </a:rPr>
              <a:t>...]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TO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user</a:t>
            </a:r>
            <a:r>
              <a:rPr sz="1800" i="1" spc="-2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[,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user</a:t>
            </a:r>
            <a:r>
              <a:rPr sz="1800" spc="-10" dirty="0">
                <a:latin typeface="Courier New"/>
                <a:cs typeface="Courier New"/>
              </a:rPr>
              <a:t>...];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3754" y="2887472"/>
            <a:ext cx="6564630" cy="2368597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39395" marR="5080" indent="-227329">
              <a:lnSpc>
                <a:spcPts val="2039"/>
              </a:lnSpc>
              <a:spcBef>
                <a:spcPts val="470"/>
              </a:spcBef>
              <a:buClr>
                <a:srgbClr val="FFCC66"/>
              </a:buClr>
              <a:buChar char="•"/>
              <a:tabLst>
                <a:tab pos="239395" algn="l"/>
                <a:tab pos="240029" algn="l"/>
              </a:tabLst>
            </a:pP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An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application</a:t>
            </a:r>
            <a:r>
              <a:rPr sz="2000" spc="-2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developer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may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have</a:t>
            </a:r>
            <a:r>
              <a:rPr sz="2000" spc="-5" dirty="0">
                <a:highlight>
                  <a:srgbClr val="FFFF00"/>
                </a:highlight>
                <a:latin typeface="Arial MT"/>
                <a:cs typeface="Arial MT"/>
              </a:rPr>
              <a:t> the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following system </a:t>
            </a:r>
            <a:r>
              <a:rPr sz="2000" spc="-54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privileges:</a:t>
            </a:r>
          </a:p>
          <a:p>
            <a:pPr marL="640715" lvl="1" indent="-287655">
              <a:lnSpc>
                <a:spcPct val="100000"/>
              </a:lnSpc>
              <a:spcBef>
                <a:spcPts val="355"/>
              </a:spcBef>
              <a:buClr>
                <a:srgbClr val="FFCC66"/>
              </a:buClr>
              <a:buSzPct val="90000"/>
              <a:buChar char="–"/>
              <a:tabLst>
                <a:tab pos="640715" algn="l"/>
                <a:tab pos="641350" algn="l"/>
              </a:tabLst>
            </a:pP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CREATE </a:t>
            </a:r>
            <a:r>
              <a:rPr sz="2000" spc="-5" dirty="0">
                <a:highlight>
                  <a:srgbClr val="FFFF00"/>
                </a:highlight>
                <a:latin typeface="Arial MT"/>
                <a:cs typeface="Arial MT"/>
              </a:rPr>
              <a:t>SESSION</a:t>
            </a:r>
            <a:endParaRPr sz="2000" dirty="0">
              <a:highlight>
                <a:srgbClr val="FFFF00"/>
              </a:highlight>
              <a:latin typeface="Arial MT"/>
              <a:cs typeface="Arial MT"/>
            </a:endParaRPr>
          </a:p>
          <a:p>
            <a:pPr marL="640715" lvl="1" indent="-287655">
              <a:lnSpc>
                <a:spcPct val="100000"/>
              </a:lnSpc>
              <a:spcBef>
                <a:spcPts val="359"/>
              </a:spcBef>
              <a:buClr>
                <a:srgbClr val="FFCC66"/>
              </a:buClr>
              <a:buSzPct val="90000"/>
              <a:buChar char="–"/>
              <a:tabLst>
                <a:tab pos="640715" algn="l"/>
                <a:tab pos="641350" algn="l"/>
              </a:tabLst>
            </a:pP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CREATE</a:t>
            </a:r>
            <a:r>
              <a:rPr sz="2000" spc="-7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spc="-30" dirty="0">
                <a:highlight>
                  <a:srgbClr val="FFFF00"/>
                </a:highlight>
                <a:latin typeface="Arial MT"/>
                <a:cs typeface="Arial MT"/>
              </a:rPr>
              <a:t>TABLE</a:t>
            </a:r>
            <a:endParaRPr sz="2000" dirty="0">
              <a:highlight>
                <a:srgbClr val="FFFF00"/>
              </a:highlight>
              <a:latin typeface="Arial MT"/>
              <a:cs typeface="Arial MT"/>
            </a:endParaRPr>
          </a:p>
          <a:p>
            <a:pPr marL="640715" lvl="1" indent="-287655">
              <a:lnSpc>
                <a:spcPct val="100000"/>
              </a:lnSpc>
              <a:spcBef>
                <a:spcPts val="359"/>
              </a:spcBef>
              <a:buClr>
                <a:srgbClr val="FFCC66"/>
              </a:buClr>
              <a:buSzPct val="90000"/>
              <a:buChar char="–"/>
              <a:tabLst>
                <a:tab pos="640715" algn="l"/>
                <a:tab pos="641350" algn="l"/>
              </a:tabLst>
            </a:pP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CREATE</a:t>
            </a:r>
            <a:r>
              <a:rPr sz="2000" spc="-4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SEQUENCE</a:t>
            </a:r>
          </a:p>
          <a:p>
            <a:pPr marL="640715" lvl="1" indent="-287655">
              <a:lnSpc>
                <a:spcPct val="100000"/>
              </a:lnSpc>
              <a:spcBef>
                <a:spcPts val="360"/>
              </a:spcBef>
              <a:buClr>
                <a:srgbClr val="FFCC66"/>
              </a:buClr>
              <a:buSzPct val="90000"/>
              <a:buChar char="–"/>
              <a:tabLst>
                <a:tab pos="640715" algn="l"/>
                <a:tab pos="641350" algn="l"/>
              </a:tabLst>
            </a:pP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CREATE</a:t>
            </a:r>
            <a:r>
              <a:rPr sz="2000" spc="-4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VIEW</a:t>
            </a:r>
          </a:p>
          <a:p>
            <a:pPr marL="640715" lvl="1" indent="-287655">
              <a:lnSpc>
                <a:spcPct val="100000"/>
              </a:lnSpc>
              <a:spcBef>
                <a:spcPts val="360"/>
              </a:spcBef>
              <a:buClr>
                <a:srgbClr val="FFCC66"/>
              </a:buClr>
              <a:buSzPct val="90000"/>
              <a:buChar char="–"/>
              <a:tabLst>
                <a:tab pos="640715" algn="l"/>
                <a:tab pos="641350" algn="l"/>
              </a:tabLst>
            </a:pP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CREATE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PROCEDURE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03754" y="1126312"/>
            <a:ext cx="6797040" cy="621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ts val="2340"/>
              </a:lnSpc>
              <a:spcBef>
                <a:spcPts val="105"/>
              </a:spcBef>
              <a:buClr>
                <a:srgbClr val="FFCC66"/>
              </a:buClr>
              <a:buChar char="•"/>
              <a:tabLst>
                <a:tab pos="239395" algn="l"/>
                <a:tab pos="240029" algn="l"/>
              </a:tabLst>
            </a:pPr>
            <a:r>
              <a:rPr sz="2000" dirty="0">
                <a:latin typeface="Arial MT"/>
                <a:cs typeface="Arial MT"/>
              </a:rPr>
              <a:t>Once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created,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DBA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  <a:p>
            <a:pPr marL="239395">
              <a:lnSpc>
                <a:spcPts val="2340"/>
              </a:lnSpc>
            </a:pPr>
            <a:r>
              <a:rPr sz="2000" dirty="0">
                <a:latin typeface="Arial MT"/>
                <a:cs typeface="Arial MT"/>
              </a:rPr>
              <a:t>privileges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user.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0794" y="364363"/>
            <a:ext cx="5391150" cy="9810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>
              <a:lnSpc>
                <a:spcPts val="3560"/>
              </a:lnSpc>
              <a:spcBef>
                <a:spcPts val="550"/>
              </a:spcBef>
            </a:pPr>
            <a:r>
              <a:rPr spc="-15" dirty="0"/>
              <a:t>Creating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15" dirty="0"/>
              <a:t>Granting</a:t>
            </a:r>
            <a:r>
              <a:rPr spc="-10" dirty="0"/>
              <a:t> Privileges </a:t>
            </a:r>
            <a:r>
              <a:rPr spc="-730" dirty="0"/>
              <a:t> </a:t>
            </a:r>
            <a:r>
              <a:rPr spc="-25" dirty="0"/>
              <a:t>to</a:t>
            </a:r>
            <a:r>
              <a:rPr spc="5" dirty="0"/>
              <a:t> </a:t>
            </a:r>
            <a:r>
              <a:rPr dirty="0"/>
              <a:t>a </a:t>
            </a:r>
            <a:r>
              <a:rPr spc="-25" dirty="0"/>
              <a:t>Role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88107" y="1600961"/>
            <a:ext cx="7604125" cy="817244"/>
            <a:chOff x="2388107" y="1600961"/>
            <a:chExt cx="7604125" cy="8172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8691" y="1650491"/>
              <a:ext cx="7503414" cy="6682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0591" y="1639823"/>
              <a:ext cx="3691889" cy="7780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39161" y="1600961"/>
              <a:ext cx="7477125" cy="641985"/>
            </a:xfrm>
            <a:custGeom>
              <a:avLst/>
              <a:gdLst/>
              <a:ahLst/>
              <a:cxnLst/>
              <a:rect l="l" t="t" r="r" b="b"/>
              <a:pathLst>
                <a:path w="7477125" h="641985">
                  <a:moveTo>
                    <a:pt x="7476744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7476744" y="641603"/>
                  </a:lnTo>
                  <a:lnTo>
                    <a:pt x="747674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8107" y="1847075"/>
              <a:ext cx="2077973" cy="50826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39161" y="1600961"/>
            <a:ext cx="7477125" cy="64198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1800" spc="-10" dirty="0">
                <a:latin typeface="Courier New"/>
                <a:cs typeface="Courier New"/>
              </a:rPr>
              <a:t>SQL&gt;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CREATE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user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manager;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User</a:t>
            </a:r>
            <a:r>
              <a:rPr sz="1800" spc="-6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created.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88107" y="2591561"/>
            <a:ext cx="7604125" cy="992505"/>
            <a:chOff x="2388107" y="2591561"/>
            <a:chExt cx="7604125" cy="99250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8691" y="2641091"/>
              <a:ext cx="7503414" cy="9425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0591" y="2767583"/>
              <a:ext cx="6966966" cy="7780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39161" y="2591561"/>
              <a:ext cx="7477125" cy="916305"/>
            </a:xfrm>
            <a:custGeom>
              <a:avLst/>
              <a:gdLst/>
              <a:ahLst/>
              <a:cxnLst/>
              <a:rect l="l" t="t" r="r" b="b"/>
              <a:pathLst>
                <a:path w="7477125" h="916304">
                  <a:moveTo>
                    <a:pt x="7476744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476744" y="915924"/>
                  </a:lnTo>
                  <a:lnTo>
                    <a:pt x="747674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8107" y="2974835"/>
              <a:ext cx="2486406" cy="50826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39161" y="2591561"/>
            <a:ext cx="7477125" cy="91630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91440" marR="827405">
              <a:lnSpc>
                <a:spcPct val="100000"/>
              </a:lnSpc>
              <a:spcBef>
                <a:spcPts val="1230"/>
              </a:spcBef>
            </a:pPr>
            <a:r>
              <a:rPr sz="1800" spc="-10" dirty="0">
                <a:latin typeface="Courier New"/>
                <a:cs typeface="Courier New"/>
              </a:rPr>
              <a:t>SQL&gt; GRANT create table, create view to manager;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Grant</a:t>
            </a:r>
            <a:r>
              <a:rPr sz="1800" spc="-2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succeeded.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26995" y="4061840"/>
            <a:ext cx="6402070" cy="209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254" dirty="0">
                <a:latin typeface="Trebuchet MS"/>
                <a:cs typeface="Trebuchet MS"/>
              </a:rPr>
              <a:t>GRANT</a:t>
            </a:r>
            <a:r>
              <a:rPr sz="2000" b="1" spc="-270" dirty="0">
                <a:latin typeface="Trebuchet MS"/>
                <a:cs typeface="Trebuchet MS"/>
              </a:rPr>
              <a:t> </a:t>
            </a:r>
            <a:r>
              <a:rPr sz="2000" b="1" spc="180" dirty="0">
                <a:latin typeface="Trebuchet MS"/>
                <a:cs typeface="Trebuchet MS"/>
              </a:rPr>
              <a:t>ALL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b="1" spc="350" dirty="0">
                <a:latin typeface="Trebuchet MS"/>
                <a:cs typeface="Trebuchet MS"/>
              </a:rPr>
              <a:t>ON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spc="125" dirty="0">
                <a:latin typeface="Trebuchet MS"/>
                <a:cs typeface="Trebuchet MS"/>
              </a:rPr>
              <a:t>m</a:t>
            </a:r>
            <a:r>
              <a:rPr sz="2000" b="1" spc="-20" dirty="0">
                <a:latin typeface="Trebuchet MS"/>
                <a:cs typeface="Trebuchet MS"/>
              </a:rPr>
              <a:t>y</a:t>
            </a:r>
            <a:r>
              <a:rPr sz="2000" b="1" spc="-35" dirty="0">
                <a:latin typeface="Trebuchet MS"/>
                <a:cs typeface="Trebuchet MS"/>
              </a:rPr>
              <a:t>d</a:t>
            </a:r>
            <a:r>
              <a:rPr sz="2000" b="1" spc="5" dirty="0">
                <a:latin typeface="Trebuchet MS"/>
                <a:cs typeface="Trebuchet MS"/>
              </a:rPr>
              <a:t>b</a:t>
            </a:r>
            <a:r>
              <a:rPr sz="2000" b="1" spc="-60" dirty="0">
                <a:latin typeface="Trebuchet MS"/>
                <a:cs typeface="Trebuchet MS"/>
              </a:rPr>
              <a:t> .*</a:t>
            </a:r>
            <a:r>
              <a:rPr sz="2000" b="1" spc="-370" dirty="0">
                <a:latin typeface="Trebuchet MS"/>
                <a:cs typeface="Trebuchet MS"/>
              </a:rPr>
              <a:t> </a:t>
            </a:r>
            <a:r>
              <a:rPr sz="2000" b="1" spc="80" dirty="0">
                <a:latin typeface="Trebuchet MS"/>
                <a:cs typeface="Trebuchet MS"/>
              </a:rPr>
              <a:t>T</a:t>
            </a:r>
            <a:r>
              <a:rPr sz="2000" b="1" spc="345" dirty="0">
                <a:latin typeface="Trebuchet MS"/>
                <a:cs typeface="Trebuchet MS"/>
              </a:rPr>
              <a:t>O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's</a:t>
            </a:r>
            <a:r>
              <a:rPr sz="2000" b="1" spc="20" dirty="0">
                <a:latin typeface="Trebuchet MS"/>
                <a:cs typeface="Trebuchet MS"/>
              </a:rPr>
              <a:t>o</a:t>
            </a:r>
            <a:r>
              <a:rPr sz="2000" b="1" spc="50" dirty="0">
                <a:latin typeface="Trebuchet MS"/>
                <a:cs typeface="Trebuchet MS"/>
              </a:rPr>
              <a:t>me</a:t>
            </a:r>
            <a:r>
              <a:rPr sz="2000" b="1" spc="30" dirty="0">
                <a:latin typeface="Trebuchet MS"/>
                <a:cs typeface="Trebuchet MS"/>
              </a:rPr>
              <a:t>u</a:t>
            </a:r>
            <a:r>
              <a:rPr sz="2000" b="1" spc="70" dirty="0">
                <a:latin typeface="Trebuchet MS"/>
                <a:cs typeface="Trebuchet MS"/>
              </a:rPr>
              <a:t>ser'</a:t>
            </a:r>
            <a:r>
              <a:rPr sz="2000" b="1" spc="125" dirty="0">
                <a:latin typeface="Trebuchet MS"/>
                <a:cs typeface="Trebuchet MS"/>
              </a:rPr>
              <a:t>@</a:t>
            </a:r>
            <a:r>
              <a:rPr sz="2000" b="1" spc="15" dirty="0">
                <a:latin typeface="Trebuchet MS"/>
                <a:cs typeface="Trebuchet MS"/>
              </a:rPr>
              <a:t>'s</a:t>
            </a:r>
            <a:r>
              <a:rPr sz="2000" b="1" spc="20" dirty="0">
                <a:latin typeface="Trebuchet MS"/>
                <a:cs typeface="Trebuchet MS"/>
              </a:rPr>
              <a:t>o</a:t>
            </a:r>
            <a:r>
              <a:rPr sz="2000" b="1" spc="90" dirty="0">
                <a:latin typeface="Trebuchet MS"/>
                <a:cs typeface="Trebuchet MS"/>
              </a:rPr>
              <a:t>m</a:t>
            </a:r>
            <a:r>
              <a:rPr sz="2000" b="1" spc="45" dirty="0">
                <a:latin typeface="Trebuchet MS"/>
                <a:cs typeface="Trebuchet MS"/>
              </a:rPr>
              <a:t>e</a:t>
            </a:r>
            <a:r>
              <a:rPr sz="2000" b="1" spc="20" dirty="0">
                <a:latin typeface="Trebuchet MS"/>
                <a:cs typeface="Trebuchet MS"/>
              </a:rPr>
              <a:t>h</a:t>
            </a:r>
            <a:r>
              <a:rPr sz="2000" b="1" spc="10" dirty="0">
                <a:latin typeface="Trebuchet MS"/>
                <a:cs typeface="Trebuchet MS"/>
              </a:rPr>
              <a:t>ost</a:t>
            </a:r>
            <a:r>
              <a:rPr sz="2000" b="1" spc="-10" dirty="0">
                <a:latin typeface="Trebuchet MS"/>
                <a:cs typeface="Trebuchet MS"/>
              </a:rPr>
              <a:t>'</a:t>
            </a:r>
            <a:r>
              <a:rPr sz="2000" b="1" spc="-195" dirty="0">
                <a:latin typeface="Trebuchet MS"/>
                <a:cs typeface="Trebuchet MS"/>
              </a:rPr>
              <a:t>;</a:t>
            </a:r>
            <a:endParaRPr sz="20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b="1" i="1" spc="-85" dirty="0">
                <a:latin typeface="Trebuchet MS"/>
                <a:cs typeface="Trebuchet MS"/>
              </a:rPr>
              <a:t>(db_name.tbl_name)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531110" algn="l"/>
              </a:tabLst>
            </a:pPr>
            <a:r>
              <a:rPr sz="2000" spc="-190" dirty="0">
                <a:latin typeface="Trebuchet MS"/>
                <a:cs typeface="Trebuchet MS"/>
              </a:rPr>
              <a:t>m</a:t>
            </a:r>
            <a:r>
              <a:rPr sz="2000" spc="-80" dirty="0">
                <a:latin typeface="Trebuchet MS"/>
                <a:cs typeface="Trebuchet MS"/>
              </a:rPr>
              <a:t>ys</a:t>
            </a:r>
            <a:r>
              <a:rPr sz="2000" spc="-175" dirty="0">
                <a:latin typeface="Trebuchet MS"/>
                <a:cs typeface="Trebuchet MS"/>
              </a:rPr>
              <a:t>q</a:t>
            </a:r>
            <a:r>
              <a:rPr sz="2000" spc="-90" dirty="0">
                <a:latin typeface="Trebuchet MS"/>
                <a:cs typeface="Trebuchet MS"/>
              </a:rPr>
              <a:t>l</a:t>
            </a:r>
            <a:r>
              <a:rPr sz="2000" spc="120" dirty="0">
                <a:latin typeface="Trebuchet MS"/>
                <a:cs typeface="Trebuchet MS"/>
              </a:rPr>
              <a:t>&gt;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c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145" dirty="0">
                <a:latin typeface="Trebuchet MS"/>
                <a:cs typeface="Trebuchet MS"/>
              </a:rPr>
              <a:t>eate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user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r</a:t>
            </a:r>
            <a:r>
              <a:rPr sz="2000" spc="-130" dirty="0">
                <a:latin typeface="Trebuchet MS"/>
                <a:cs typeface="Trebuchet MS"/>
              </a:rPr>
              <a:t>ti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0" dirty="0">
                <a:latin typeface="Trebuchet MS"/>
                <a:cs typeface="Trebuchet MS"/>
              </a:rPr>
              <a:t>ident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85" dirty="0">
                <a:latin typeface="Trebuchet MS"/>
                <a:cs typeface="Trebuchet MS"/>
              </a:rPr>
              <a:t>fi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b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‘a</a:t>
            </a:r>
            <a:r>
              <a:rPr sz="2000" spc="-114" dirty="0">
                <a:latin typeface="Trebuchet MS"/>
                <a:cs typeface="Trebuchet MS"/>
              </a:rPr>
              <a:t>r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50" dirty="0">
                <a:latin typeface="Trebuchet MS"/>
                <a:cs typeface="Trebuchet MS"/>
              </a:rPr>
              <a:t>1</a:t>
            </a:r>
            <a:r>
              <a:rPr sz="2000" spc="-45" dirty="0">
                <a:latin typeface="Trebuchet MS"/>
                <a:cs typeface="Trebuchet MS"/>
              </a:rPr>
              <a:t>2</a:t>
            </a:r>
            <a:r>
              <a:rPr sz="2000" spc="-60" dirty="0">
                <a:latin typeface="Trebuchet MS"/>
                <a:cs typeface="Trebuchet MS"/>
              </a:rPr>
              <a:t>3</a:t>
            </a:r>
            <a:r>
              <a:rPr sz="2000" spc="-110" dirty="0">
                <a:latin typeface="Trebuchet MS"/>
                <a:cs typeface="Trebuchet MS"/>
              </a:rPr>
              <a:t>';</a:t>
            </a:r>
            <a:endParaRPr sz="2000">
              <a:latin typeface="Trebuchet MS"/>
              <a:cs typeface="Trebuchet MS"/>
            </a:endParaRPr>
          </a:p>
          <a:p>
            <a:pPr marL="12700" marR="197485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Query </a:t>
            </a:r>
            <a:r>
              <a:rPr sz="2000" spc="50" dirty="0">
                <a:latin typeface="Trebuchet MS"/>
                <a:cs typeface="Trebuchet MS"/>
              </a:rPr>
              <a:t>OK, </a:t>
            </a:r>
            <a:r>
              <a:rPr sz="2000" spc="-50" dirty="0">
                <a:latin typeface="Trebuchet MS"/>
                <a:cs typeface="Trebuchet MS"/>
              </a:rPr>
              <a:t>0 </a:t>
            </a:r>
            <a:r>
              <a:rPr sz="2000" spc="-35" dirty="0">
                <a:latin typeface="Trebuchet MS"/>
                <a:cs typeface="Trebuchet MS"/>
              </a:rPr>
              <a:t>rows </a:t>
            </a:r>
            <a:r>
              <a:rPr sz="2000" spc="-165" dirty="0">
                <a:latin typeface="Trebuchet MS"/>
                <a:cs typeface="Trebuchet MS"/>
              </a:rPr>
              <a:t>affected </a:t>
            </a:r>
            <a:r>
              <a:rPr sz="2000" spc="-110" dirty="0">
                <a:latin typeface="Trebuchet MS"/>
                <a:cs typeface="Trebuchet MS"/>
              </a:rPr>
              <a:t>(0.00 </a:t>
            </a:r>
            <a:r>
              <a:rPr sz="2000" spc="-95" dirty="0">
                <a:latin typeface="Trebuchet MS"/>
                <a:cs typeface="Trebuchet MS"/>
              </a:rPr>
              <a:t>sec) 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90" dirty="0">
                <a:latin typeface="Trebuchet MS"/>
                <a:cs typeface="Trebuchet MS"/>
              </a:rPr>
              <a:t>m</a:t>
            </a:r>
            <a:r>
              <a:rPr sz="2000" spc="-60" dirty="0">
                <a:latin typeface="Trebuchet MS"/>
                <a:cs typeface="Trebuchet MS"/>
              </a:rPr>
              <a:t>ysql&gt;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G</a:t>
            </a:r>
            <a:r>
              <a:rPr sz="2000" spc="80" dirty="0">
                <a:latin typeface="Trebuchet MS"/>
                <a:cs typeface="Trebuchet MS"/>
              </a:rPr>
              <a:t>R</a:t>
            </a:r>
            <a:r>
              <a:rPr sz="2000" spc="210" dirty="0">
                <a:latin typeface="Trebuchet MS"/>
                <a:cs typeface="Trebuchet MS"/>
              </a:rPr>
              <a:t>A</a:t>
            </a:r>
            <a:r>
              <a:rPr sz="2000" spc="220" dirty="0">
                <a:latin typeface="Trebuchet MS"/>
                <a:cs typeface="Trebuchet MS"/>
              </a:rPr>
              <a:t>N</a:t>
            </a:r>
            <a:r>
              <a:rPr sz="2000" spc="45" dirty="0">
                <a:latin typeface="Trebuchet MS"/>
                <a:cs typeface="Trebuchet MS"/>
              </a:rPr>
              <a:t>T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30" dirty="0">
                <a:latin typeface="Trebuchet MS"/>
                <a:cs typeface="Trebuchet MS"/>
              </a:rPr>
              <a:t>ALL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295" dirty="0">
                <a:latin typeface="Trebuchet MS"/>
                <a:cs typeface="Trebuchet MS"/>
              </a:rPr>
              <a:t>O</a:t>
            </a:r>
            <a:r>
              <a:rPr sz="2000" spc="285" dirty="0">
                <a:latin typeface="Trebuchet MS"/>
                <a:cs typeface="Trebuchet MS"/>
              </a:rPr>
              <a:t>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*.*</a:t>
            </a:r>
            <a:r>
              <a:rPr sz="2000" spc="-31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T</a:t>
            </a:r>
            <a:r>
              <a:rPr sz="2000" spc="300" dirty="0">
                <a:latin typeface="Trebuchet MS"/>
                <a:cs typeface="Trebuchet MS"/>
              </a:rPr>
              <a:t>O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‘a</a:t>
            </a:r>
            <a:r>
              <a:rPr sz="2000" spc="-114" dirty="0">
                <a:latin typeface="Trebuchet MS"/>
                <a:cs typeface="Trebuchet MS"/>
              </a:rPr>
              <a:t>r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180" dirty="0">
                <a:latin typeface="Trebuchet MS"/>
                <a:cs typeface="Trebuchet MS"/>
              </a:rPr>
              <a:t>'@'%</a:t>
            </a:r>
            <a:r>
              <a:rPr sz="2000" spc="55" dirty="0">
                <a:latin typeface="Trebuchet MS"/>
                <a:cs typeface="Trebuchet MS"/>
              </a:rPr>
              <a:t>'</a:t>
            </a:r>
            <a:r>
              <a:rPr sz="2000" spc="-245" dirty="0">
                <a:latin typeface="Trebuchet MS"/>
                <a:cs typeface="Trebuchet MS"/>
              </a:rPr>
              <a:t>;  </a:t>
            </a:r>
            <a:r>
              <a:rPr sz="2000" dirty="0">
                <a:latin typeface="Trebuchet MS"/>
                <a:cs typeface="Trebuchet MS"/>
              </a:rPr>
              <a:t>Query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OK,</a:t>
            </a:r>
            <a:r>
              <a:rPr sz="2000" spc="-2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0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rows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affected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(0.02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sec)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2217" y="406653"/>
            <a:ext cx="7879715" cy="54737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400" spc="-20" dirty="0">
                <a:solidFill>
                  <a:srgbClr val="252525"/>
                </a:solidFill>
                <a:latin typeface="Calibri"/>
                <a:cs typeface="Calibri"/>
              </a:rPr>
              <a:t>Let’s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examine</a:t>
            </a:r>
            <a:r>
              <a:rPr sz="24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GRANT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statement</a:t>
            </a:r>
            <a:r>
              <a:rPr sz="2400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in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greater</a:t>
            </a:r>
            <a:r>
              <a:rPr sz="2400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detail.</a:t>
            </a:r>
            <a:endParaRPr sz="2400" dirty="0">
              <a:latin typeface="Calibri"/>
              <a:cs typeface="Calibri"/>
            </a:endParaRPr>
          </a:p>
          <a:p>
            <a:pPr marL="184785" marR="5080" indent="-172720">
              <a:lnSpc>
                <a:spcPts val="2590"/>
              </a:lnSpc>
              <a:spcBef>
                <a:spcPts val="844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First,</a:t>
            </a:r>
            <a:r>
              <a:rPr sz="2400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specify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one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or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more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privileges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after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GRANT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Calibri"/>
                <a:cs typeface="Calibri"/>
              </a:rPr>
              <a:t>keyword. </a:t>
            </a:r>
            <a:r>
              <a:rPr sz="2400" spc="-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If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you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grant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user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multiple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privileges,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each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privilege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is </a:t>
            </a:r>
            <a:r>
              <a:rPr sz="2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separated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a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comma.</a:t>
            </a:r>
            <a:endParaRPr sz="2400" dirty="0">
              <a:latin typeface="Calibri"/>
              <a:cs typeface="Calibri"/>
            </a:endParaRPr>
          </a:p>
          <a:p>
            <a:pPr marL="184785" marR="259079" indent="-172720">
              <a:lnSpc>
                <a:spcPts val="2590"/>
              </a:lnSpc>
              <a:spcBef>
                <a:spcPts val="81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Next,</a:t>
            </a:r>
            <a:r>
              <a:rPr sz="2400" spc="-1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specify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400" spc="1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privilege_level</a:t>
            </a:r>
            <a:r>
              <a:rPr sz="2400" spc="2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that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determines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level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at </a:t>
            </a:r>
            <a:r>
              <a:rPr sz="2400" spc="-52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which</a:t>
            </a:r>
            <a:r>
              <a:rPr sz="2400" spc="-1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privileges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apply.</a:t>
            </a:r>
            <a:endParaRPr sz="24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84785" marR="424815" indent="-172720">
              <a:lnSpc>
                <a:spcPct val="90000"/>
              </a:lnSpc>
              <a:spcBef>
                <a:spcPts val="76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MySQL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supports global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(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*.*), </a:t>
            </a:r>
            <a:r>
              <a:rPr sz="2400" spc="-1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database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( </a:t>
            </a:r>
            <a:r>
              <a:rPr sz="2400" spc="-1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database.*),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table </a:t>
            </a:r>
            <a:r>
              <a:rPr sz="2400" spc="-53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( </a:t>
            </a:r>
            <a:r>
              <a:rPr sz="2400" spc="-1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database.table)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column </a:t>
            </a:r>
            <a:r>
              <a:rPr sz="2400" spc="-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levels.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If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you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use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column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privilege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level,</a:t>
            </a:r>
            <a:r>
              <a:rPr sz="2400" spc="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you must</a:t>
            </a:r>
            <a:r>
              <a:rPr sz="2400" spc="-1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specify one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or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a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list</a:t>
            </a:r>
            <a:r>
              <a:rPr sz="2400" spc="-2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comma-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separated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column</a:t>
            </a:r>
            <a:r>
              <a:rPr sz="2400" spc="-5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after </a:t>
            </a:r>
            <a:r>
              <a:rPr sz="240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each</a:t>
            </a:r>
            <a:r>
              <a:rPr sz="2400" spc="-10" dirty="0">
                <a:solidFill>
                  <a:srgbClr val="252525"/>
                </a:solidFill>
                <a:highlight>
                  <a:srgbClr val="FFFF00"/>
                </a:highlight>
                <a:latin typeface="Calibri"/>
                <a:cs typeface="Calibri"/>
              </a:rPr>
              <a:t> privilege.</a:t>
            </a:r>
            <a:endParaRPr sz="24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84785" marR="108585" indent="-172720">
              <a:lnSpc>
                <a:spcPct val="90000"/>
              </a:lnSpc>
              <a:spcBef>
                <a:spcPts val="800"/>
              </a:spcBef>
              <a:buFont typeface="Arial MT"/>
              <a:buChar char="•"/>
              <a:tabLst>
                <a:tab pos="185420" algn="l"/>
                <a:tab pos="6986905" algn="l"/>
              </a:tabLst>
            </a:pP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Then,</a:t>
            </a:r>
            <a:r>
              <a:rPr sz="2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place</a:t>
            </a:r>
            <a:r>
              <a:rPr sz="2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user</a:t>
            </a:r>
            <a:r>
              <a:rPr sz="2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you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want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to grant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 privileges.	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If</a:t>
            </a:r>
            <a:r>
              <a:rPr sz="2400" spc="-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user </a:t>
            </a:r>
            <a:r>
              <a:rPr sz="2400" spc="-5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already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exists,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the GRANT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statement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modifies its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privilege.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Otherwise, the GRANT 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statement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creates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new </a:t>
            </a:r>
            <a:r>
              <a:rPr sz="2400" spc="-50" dirty="0">
                <a:solidFill>
                  <a:srgbClr val="252525"/>
                </a:solidFill>
                <a:latin typeface="Calibri"/>
                <a:cs typeface="Calibri"/>
              </a:rPr>
              <a:t>user.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optional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clause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IDENTIFIED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allows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you</a:t>
            </a:r>
            <a:r>
              <a:rPr sz="2400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set</a:t>
            </a:r>
            <a:r>
              <a:rPr sz="2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184785">
              <a:lnSpc>
                <a:spcPts val="2590"/>
              </a:lnSpc>
            </a:pP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new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 password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2400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user</a:t>
            </a:r>
            <a:r>
              <a:rPr sz="2400" i="1" spc="-5" dirty="0">
                <a:solidFill>
                  <a:srgbClr val="252525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0423" y="454278"/>
            <a:ext cx="281622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</a:t>
            </a:r>
            <a:r>
              <a:rPr spc="-60" dirty="0"/>
              <a:t> </a:t>
            </a:r>
            <a:r>
              <a:rPr spc="-10" dirty="0"/>
              <a:t>Privileges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2847" y="1255902"/>
            <a:ext cx="7269480" cy="1533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720">
              <a:lnSpc>
                <a:spcPts val="3085"/>
              </a:lnSpc>
              <a:spcBef>
                <a:spcPts val="105"/>
              </a:spcBef>
              <a:buFont typeface="Arial MT"/>
              <a:buChar char="•"/>
              <a:tabLst>
                <a:tab pos="185420" algn="l"/>
              </a:tabLst>
            </a:pPr>
            <a:r>
              <a:rPr sz="2600" spc="-5" dirty="0">
                <a:latin typeface="Calibri"/>
                <a:cs typeface="Calibri"/>
              </a:rPr>
              <a:t>Object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privileges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vary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from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object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5" dirty="0">
                <a:latin typeface="Calibri"/>
                <a:cs typeface="Calibri"/>
              </a:rPr>
              <a:t> object.</a:t>
            </a:r>
            <a:endParaRPr sz="2600">
              <a:latin typeface="Calibri"/>
              <a:cs typeface="Calibri"/>
            </a:endParaRPr>
          </a:p>
          <a:p>
            <a:pPr marL="184785" indent="-172720">
              <a:lnSpc>
                <a:spcPts val="3050"/>
              </a:lnSpc>
              <a:buFont typeface="Arial MT"/>
              <a:buChar char="•"/>
              <a:tabLst>
                <a:tab pos="185420" algn="l"/>
              </a:tabLst>
            </a:pPr>
            <a:r>
              <a:rPr sz="2600" dirty="0">
                <a:latin typeface="Calibri"/>
                <a:cs typeface="Calibri"/>
              </a:rPr>
              <a:t>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owner has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 the</a:t>
            </a:r>
            <a:r>
              <a:rPr sz="2600" spc="-5" dirty="0">
                <a:latin typeface="Calibri"/>
                <a:cs typeface="Calibri"/>
              </a:rPr>
              <a:t> privileges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object.</a:t>
            </a:r>
            <a:endParaRPr sz="2600">
              <a:latin typeface="Calibri"/>
              <a:cs typeface="Calibri"/>
            </a:endParaRPr>
          </a:p>
          <a:p>
            <a:pPr marL="184785" marR="5080" indent="-172720">
              <a:lnSpc>
                <a:spcPts val="2650"/>
              </a:lnSpc>
              <a:spcBef>
                <a:spcPts val="440"/>
              </a:spcBef>
              <a:buFont typeface="Arial MT"/>
              <a:buChar char="•"/>
              <a:tabLst>
                <a:tab pos="185420" algn="l"/>
              </a:tabLst>
            </a:pPr>
            <a:r>
              <a:rPr sz="2600" dirty="0">
                <a:latin typeface="Calibri"/>
                <a:cs typeface="Calibri"/>
              </a:rPr>
              <a:t>An </a:t>
            </a:r>
            <a:r>
              <a:rPr sz="2600" spc="-5" dirty="0">
                <a:latin typeface="Calibri"/>
                <a:cs typeface="Calibri"/>
              </a:rPr>
              <a:t>owner </a:t>
            </a:r>
            <a:r>
              <a:rPr sz="2600" spc="-10" dirty="0">
                <a:latin typeface="Calibri"/>
                <a:cs typeface="Calibri"/>
              </a:rPr>
              <a:t>can give </a:t>
            </a:r>
            <a:r>
              <a:rPr sz="2600" spc="-5" dirty="0">
                <a:latin typeface="Calibri"/>
                <a:cs typeface="Calibri"/>
              </a:rPr>
              <a:t>specific privileges on that </a:t>
            </a:r>
            <a:r>
              <a:rPr sz="2600" spc="-10" dirty="0">
                <a:latin typeface="Calibri"/>
                <a:cs typeface="Calibri"/>
              </a:rPr>
              <a:t>owner’s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object.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64892" y="3163823"/>
            <a:ext cx="7517130" cy="1304290"/>
            <a:chOff x="2564892" y="3163823"/>
            <a:chExt cx="7517130" cy="1304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4892" y="3174491"/>
              <a:ext cx="7517130" cy="12169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8524" y="3163823"/>
              <a:ext cx="5110733" cy="1303782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02407" y="3124961"/>
          <a:ext cx="7489825" cy="1190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2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550">
                <a:tc>
                  <a:txBody>
                    <a:bodyPr/>
                    <a:lstStyle/>
                    <a:p>
                      <a:pPr marL="228600" marR="603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T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object_priv</a:t>
                      </a:r>
                      <a:r>
                        <a:rPr sz="1800" i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[(</a:t>
                      </a:r>
                      <a:r>
                        <a:rPr sz="1800" i="1" spc="-15" dirty="0">
                          <a:latin typeface="Courier New"/>
                          <a:cs typeface="Courier New"/>
                        </a:rPr>
                        <a:t>columns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)]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228600">
                        <a:lnSpc>
                          <a:spcPts val="192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TO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user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|PUBLIC}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73">
                <a:tc>
                  <a:txBody>
                    <a:bodyPr/>
                    <a:lstStyle/>
                    <a:p>
                      <a:pPr marL="228600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[WITH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GRANT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OPTION];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707894" y="4659248"/>
            <a:ext cx="5808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0"/>
              </a:spcBef>
              <a:buClr>
                <a:srgbClr val="FFCC66"/>
              </a:buClr>
              <a:buChar char="•"/>
              <a:tabLst>
                <a:tab pos="239395" algn="l"/>
                <a:tab pos="240029" algn="l"/>
              </a:tabLst>
            </a:pPr>
            <a:r>
              <a:rPr sz="2000" dirty="0">
                <a:latin typeface="Arial MT"/>
                <a:cs typeface="Arial MT"/>
              </a:rPr>
              <a:t>Give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authority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along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privileges.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73744" y="5397944"/>
            <a:ext cx="7557134" cy="1393825"/>
            <a:chOff x="2273744" y="5397944"/>
            <a:chExt cx="7557134" cy="13938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6292" y="5460492"/>
              <a:ext cx="7494270" cy="12458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6960" y="5465066"/>
              <a:ext cx="3975354" cy="13266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86762" y="5410962"/>
              <a:ext cx="7467600" cy="1219200"/>
            </a:xfrm>
            <a:custGeom>
              <a:avLst/>
              <a:gdLst/>
              <a:ahLst/>
              <a:cxnLst/>
              <a:rect l="l" t="t" r="r" b="b"/>
              <a:pathLst>
                <a:path w="7467600" h="1219200">
                  <a:moveTo>
                    <a:pt x="74676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7467600" y="12192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6762" y="5410962"/>
              <a:ext cx="7467600" cy="1219200"/>
            </a:xfrm>
            <a:custGeom>
              <a:avLst/>
              <a:gdLst/>
              <a:ahLst/>
              <a:cxnLst/>
              <a:rect l="l" t="t" r="r" b="b"/>
              <a:pathLst>
                <a:path w="7467600" h="1219200">
                  <a:moveTo>
                    <a:pt x="0" y="1219200"/>
                  </a:moveTo>
                  <a:lnTo>
                    <a:pt x="7467600" y="1219200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65629" y="5432247"/>
            <a:ext cx="1666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6A11D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spc="-10" dirty="0">
                <a:latin typeface="Courier New"/>
                <a:cs typeface="Courier New"/>
              </a:rPr>
              <a:t>SQL&gt;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GRANT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5629" y="5706567"/>
            <a:ext cx="1256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340" indent="-548640">
              <a:lnSpc>
                <a:spcPct val="100000"/>
              </a:lnSpc>
              <a:spcBef>
                <a:spcPts val="100"/>
              </a:spcBef>
              <a:buClr>
                <a:srgbClr val="F6A11D"/>
              </a:buClr>
              <a:buSzPct val="69444"/>
              <a:buFont typeface="Wingdings"/>
              <a:buChar char=""/>
              <a:tabLst>
                <a:tab pos="560705" algn="l"/>
                <a:tab pos="561340" algn="l"/>
                <a:tab pos="969010" algn="l"/>
              </a:tabLst>
            </a:pPr>
            <a:r>
              <a:rPr sz="1800" dirty="0">
                <a:latin typeface="Courier New"/>
                <a:cs typeface="Courier New"/>
              </a:rPr>
              <a:t>2	</a:t>
            </a:r>
            <a:r>
              <a:rPr sz="1800" spc="-5" dirty="0">
                <a:latin typeface="Courier New"/>
                <a:cs typeface="Courier New"/>
              </a:rPr>
              <a:t>ON</a:t>
            </a:r>
            <a:endParaRPr sz="1800">
              <a:latin typeface="Courier New"/>
              <a:cs typeface="Courier New"/>
            </a:endParaRPr>
          </a:p>
          <a:p>
            <a:pPr marL="561340" indent="-548640">
              <a:lnSpc>
                <a:spcPct val="100000"/>
              </a:lnSpc>
              <a:buClr>
                <a:srgbClr val="F6A11D"/>
              </a:buClr>
              <a:buSzPct val="69444"/>
              <a:buFont typeface="Wingdings"/>
              <a:buChar char=""/>
              <a:tabLst>
                <a:tab pos="560705" algn="l"/>
                <a:tab pos="561340" algn="l"/>
                <a:tab pos="969010" algn="l"/>
              </a:tabLst>
            </a:pPr>
            <a:r>
              <a:rPr sz="1800" dirty="0">
                <a:latin typeface="Courier New"/>
                <a:cs typeface="Courier New"/>
              </a:rPr>
              <a:t>3	</a:t>
            </a:r>
            <a:r>
              <a:rPr sz="1800" spc="-5" dirty="0">
                <a:latin typeface="Courier New"/>
                <a:cs typeface="Courier New"/>
              </a:rPr>
              <a:t>TO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99382" y="5432247"/>
            <a:ext cx="19380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select,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insert </a:t>
            </a:r>
            <a:r>
              <a:rPr sz="1800" spc="-10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dept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scott;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84476" y="6219431"/>
            <a:ext cx="2712085" cy="508634"/>
            <a:chOff x="2284476" y="6219431"/>
            <a:chExt cx="2712085" cy="508634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4476" y="6301739"/>
              <a:ext cx="348246" cy="33755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0028" y="6219431"/>
              <a:ext cx="2486405" cy="50826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365629" y="6255207"/>
            <a:ext cx="2484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6A11D"/>
              </a:buClr>
              <a:buSzPct val="69444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Grant</a:t>
            </a:r>
            <a:r>
              <a:rPr sz="1800" spc="-8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succeeded.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5545" y="439928"/>
            <a:ext cx="54184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How</a:t>
            </a:r>
            <a:r>
              <a:rPr spc="-5" dirty="0"/>
              <a:t> </a:t>
            </a:r>
            <a:r>
              <a:rPr spc="-25" dirty="0"/>
              <a:t>to</a:t>
            </a:r>
            <a:r>
              <a:rPr spc="15" dirty="0"/>
              <a:t> </a:t>
            </a:r>
            <a:r>
              <a:rPr spc="-45" dirty="0"/>
              <a:t>Revoke</a:t>
            </a:r>
            <a:r>
              <a:rPr spc="-20" dirty="0"/>
              <a:t> </a:t>
            </a:r>
            <a:r>
              <a:rPr spc="-5" dirty="0"/>
              <a:t>Object</a:t>
            </a:r>
            <a:r>
              <a:rPr spc="-10" dirty="0"/>
              <a:t> Privileges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4545" y="1459738"/>
            <a:ext cx="648716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785" marR="5080" indent="-17272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65" dirty="0">
                <a:latin typeface="Calibri"/>
                <a:cs typeface="Calibri"/>
              </a:rPr>
              <a:t>You</a:t>
            </a:r>
            <a:r>
              <a:rPr sz="2400" spc="-5" dirty="0">
                <a:latin typeface="Calibri"/>
                <a:cs typeface="Calibri"/>
              </a:rPr>
              <a:t> use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10" dirty="0">
                <a:latin typeface="Calibri"/>
                <a:cs typeface="Calibri"/>
              </a:rPr>
              <a:t>REVOKE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revoke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privileges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granted 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0" dirty="0">
                <a:latin typeface="Calibri"/>
                <a:cs typeface="Calibri"/>
              </a:rPr>
              <a:t>users.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3451" y="3488435"/>
            <a:ext cx="7619238" cy="19728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23922" y="3438905"/>
            <a:ext cx="7592695" cy="1946275"/>
          </a:xfrm>
          <a:prstGeom prst="rect">
            <a:avLst/>
          </a:prstGeom>
          <a:solidFill>
            <a:srgbClr val="FFFFCC"/>
          </a:solidFill>
          <a:ln w="25907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Times New Roman"/>
              <a:cs typeface="Times New Roman"/>
            </a:endParaRPr>
          </a:p>
          <a:p>
            <a:pPr marL="90805" marR="1550670">
              <a:lnSpc>
                <a:spcPct val="100000"/>
              </a:lnSpc>
              <a:tabLst>
                <a:tab pos="1078230" algn="l"/>
              </a:tabLst>
            </a:pPr>
            <a:r>
              <a:rPr sz="2000" spc="-5" dirty="0">
                <a:latin typeface="Courier New"/>
                <a:cs typeface="Courier New"/>
              </a:rPr>
              <a:t>REVOKE {privilege [, privilege...]|ALL}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ON	object</a:t>
            </a:r>
            <a:endParaRPr sz="2000">
              <a:latin typeface="Courier New"/>
              <a:cs typeface="Courier New"/>
            </a:endParaRPr>
          </a:p>
          <a:p>
            <a:pPr marL="90805" marR="2007870">
              <a:lnSpc>
                <a:spcPct val="100000"/>
              </a:lnSpc>
              <a:tabLst>
                <a:tab pos="1156970" algn="l"/>
              </a:tabLst>
            </a:pPr>
            <a:r>
              <a:rPr sz="2000" spc="-5" dirty="0">
                <a:latin typeface="Courier New"/>
                <a:cs typeface="Courier New"/>
              </a:rPr>
              <a:t>FROM	{user[, user...]|role|PUBLIC}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[CASCADE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CONSTRAINTS];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994" y="883996"/>
            <a:ext cx="442214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Revoking</a:t>
            </a:r>
            <a:r>
              <a:rPr spc="-45" dirty="0"/>
              <a:t> </a:t>
            </a:r>
            <a:r>
              <a:rPr spc="-5" dirty="0"/>
              <a:t>Object</a:t>
            </a:r>
            <a:r>
              <a:rPr spc="-40" dirty="0"/>
              <a:t> </a:t>
            </a:r>
            <a:r>
              <a:rPr spc="-5" dirty="0"/>
              <a:t>Privileges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4195" y="2018233"/>
            <a:ext cx="683831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30" dirty="0">
                <a:latin typeface="Calibri"/>
                <a:cs typeface="Calibri"/>
              </a:rPr>
              <a:t>revoke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SELECT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privileges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user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ts val="2735"/>
              </a:lnSpc>
            </a:pPr>
            <a:r>
              <a:rPr sz="2400" spc="-15" dirty="0">
                <a:latin typeface="Calibri"/>
                <a:cs typeface="Calibri"/>
              </a:rPr>
              <a:t>Scott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DEPT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45956" y="3340544"/>
            <a:ext cx="7569200" cy="1380490"/>
            <a:chOff x="2445956" y="3340544"/>
            <a:chExt cx="7569200" cy="1380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8504" y="3403092"/>
              <a:ext cx="7506461" cy="12169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0404" y="3392424"/>
              <a:ext cx="4024122" cy="13281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58974" y="3353562"/>
              <a:ext cx="7480300" cy="1190625"/>
            </a:xfrm>
            <a:custGeom>
              <a:avLst/>
              <a:gdLst/>
              <a:ahLst/>
              <a:cxnLst/>
              <a:rect l="l" t="t" r="r" b="b"/>
              <a:pathLst>
                <a:path w="7480300" h="1190625">
                  <a:moveTo>
                    <a:pt x="7479792" y="0"/>
                  </a:moveTo>
                  <a:lnTo>
                    <a:pt x="0" y="0"/>
                  </a:lnTo>
                  <a:lnTo>
                    <a:pt x="0" y="1190244"/>
                  </a:lnTo>
                  <a:lnTo>
                    <a:pt x="7479792" y="1190244"/>
                  </a:lnTo>
                  <a:lnTo>
                    <a:pt x="747979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58974" y="3353562"/>
              <a:ext cx="7480300" cy="1190625"/>
            </a:xfrm>
            <a:custGeom>
              <a:avLst/>
              <a:gdLst/>
              <a:ahLst/>
              <a:cxnLst/>
              <a:rect l="l" t="t" r="r" b="b"/>
              <a:pathLst>
                <a:path w="7480300" h="1190625">
                  <a:moveTo>
                    <a:pt x="0" y="1190244"/>
                  </a:moveTo>
                  <a:lnTo>
                    <a:pt x="7479792" y="1190244"/>
                  </a:lnTo>
                  <a:lnTo>
                    <a:pt x="7479792" y="0"/>
                  </a:lnTo>
                  <a:lnTo>
                    <a:pt x="0" y="0"/>
                  </a:lnTo>
                  <a:lnTo>
                    <a:pt x="0" y="11902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49905" y="3359607"/>
            <a:ext cx="15157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SQL&gt;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REVOKE</a:t>
            </a:r>
            <a:endParaRPr sz="1800">
              <a:latin typeface="Courier New"/>
              <a:cs typeface="Courier New"/>
            </a:endParaRPr>
          </a:p>
          <a:p>
            <a:pPr marL="681990" indent="-408940">
              <a:lnSpc>
                <a:spcPct val="100000"/>
              </a:lnSpc>
              <a:spcBef>
                <a:spcPts val="5"/>
              </a:spcBef>
              <a:buAutoNum type="arabicPlain" startAt="2"/>
              <a:tabLst>
                <a:tab pos="681990" algn="l"/>
                <a:tab pos="682625" algn="l"/>
              </a:tabLst>
            </a:pPr>
            <a:r>
              <a:rPr sz="1800" spc="-5" dirty="0">
                <a:latin typeface="Courier New"/>
                <a:cs typeface="Courier New"/>
              </a:rPr>
              <a:t>ON</a:t>
            </a:r>
            <a:endParaRPr sz="1800">
              <a:latin typeface="Courier New"/>
              <a:cs typeface="Courier New"/>
            </a:endParaRPr>
          </a:p>
          <a:p>
            <a:pPr marL="681990" indent="-408940">
              <a:lnSpc>
                <a:spcPct val="100000"/>
              </a:lnSpc>
              <a:buAutoNum type="arabicPlain" startAt="2"/>
              <a:tabLst>
                <a:tab pos="681990" algn="l"/>
                <a:tab pos="682625" algn="l"/>
              </a:tabLst>
            </a:pPr>
            <a:r>
              <a:rPr sz="1800" spc="-10" dirty="0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3278" y="3359607"/>
            <a:ext cx="19291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select,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insert</a:t>
            </a:r>
            <a:endParaRPr sz="1800">
              <a:latin typeface="Courier New"/>
              <a:cs typeface="Courier New"/>
            </a:endParaRPr>
          </a:p>
          <a:p>
            <a:pPr marR="110109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ourier New"/>
                <a:cs typeface="Courier New"/>
              </a:rPr>
              <a:t>dept 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scot</a:t>
            </a:r>
            <a:r>
              <a:rPr sz="1800" spc="-25" dirty="0">
                <a:latin typeface="Courier New"/>
                <a:cs typeface="Courier New"/>
              </a:rPr>
              <a:t>t</a:t>
            </a:r>
            <a:r>
              <a:rPr sz="180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6395" y="4148315"/>
            <a:ext cx="2622042" cy="5082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49905" y="4183126"/>
            <a:ext cx="2333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Revoke</a:t>
            </a:r>
            <a:r>
              <a:rPr sz="1800" spc="-7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succeeded.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994" y="432561"/>
            <a:ext cx="4039235" cy="9810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>
              <a:lnSpc>
                <a:spcPts val="3560"/>
              </a:lnSpc>
              <a:spcBef>
                <a:spcPts val="550"/>
              </a:spcBef>
            </a:pPr>
            <a:r>
              <a:rPr spc="-20" dirty="0"/>
              <a:t>TCL: </a:t>
            </a:r>
            <a:r>
              <a:rPr spc="-30" dirty="0"/>
              <a:t>Transaction </a:t>
            </a:r>
            <a:r>
              <a:rPr spc="-25" dirty="0"/>
              <a:t>control </a:t>
            </a:r>
            <a:r>
              <a:rPr spc="-735" dirty="0"/>
              <a:t> </a:t>
            </a:r>
            <a:r>
              <a:rPr spc="-10" dirty="0"/>
              <a:t>Language: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2594" y="1849577"/>
            <a:ext cx="688784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highlight>
                  <a:srgbClr val="FFFF00"/>
                </a:highlight>
                <a:latin typeface="Trebuchet MS"/>
                <a:cs typeface="Trebuchet MS"/>
              </a:rPr>
              <a:t>Transaction</a:t>
            </a:r>
            <a:r>
              <a:rPr sz="2400" b="1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b="1" spc="60" dirty="0">
                <a:highlight>
                  <a:srgbClr val="FFFF00"/>
                </a:highlight>
                <a:latin typeface="Trebuchet MS"/>
                <a:cs typeface="Trebuchet MS"/>
              </a:rPr>
              <a:t>Control</a:t>
            </a:r>
            <a:r>
              <a:rPr sz="2400" b="1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b="1" spc="15" dirty="0">
                <a:highlight>
                  <a:srgbClr val="FFFF00"/>
                </a:highlight>
                <a:latin typeface="Trebuchet MS"/>
                <a:cs typeface="Trebuchet MS"/>
              </a:rPr>
              <a:t>Language</a:t>
            </a:r>
            <a:r>
              <a:rPr sz="2400" b="1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b="1" spc="175" dirty="0">
                <a:highlight>
                  <a:srgbClr val="FFFF00"/>
                </a:highlight>
                <a:latin typeface="Trebuchet MS"/>
                <a:cs typeface="Trebuchet MS"/>
              </a:rPr>
              <a:t>(TCL)</a:t>
            </a:r>
            <a:r>
              <a:rPr sz="2400" b="1" spc="-5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05" dirty="0">
                <a:highlight>
                  <a:srgbClr val="FFFF00"/>
                </a:highlight>
                <a:latin typeface="Trebuchet MS"/>
                <a:cs typeface="Trebuchet MS"/>
              </a:rPr>
              <a:t>-</a:t>
            </a:r>
            <a:r>
              <a:rPr sz="2400" spc="-37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85" dirty="0">
                <a:highlight>
                  <a:srgbClr val="FFFF00"/>
                </a:highlight>
                <a:latin typeface="Trebuchet MS"/>
                <a:cs typeface="Trebuchet MS"/>
              </a:rPr>
              <a:t>These</a:t>
            </a:r>
            <a:r>
              <a:rPr sz="2400" spc="-5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85" dirty="0">
                <a:highlight>
                  <a:srgbClr val="FFFF00"/>
                </a:highlight>
                <a:latin typeface="Trebuchet MS"/>
                <a:cs typeface="Trebuchet MS"/>
              </a:rPr>
              <a:t>SQL </a:t>
            </a:r>
            <a:r>
              <a:rPr sz="2400" spc="-71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14" dirty="0">
                <a:highlight>
                  <a:srgbClr val="FFFF00"/>
                </a:highlight>
                <a:latin typeface="Trebuchet MS"/>
                <a:cs typeface="Trebuchet MS"/>
              </a:rPr>
              <a:t>commands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are</a:t>
            </a:r>
            <a:r>
              <a:rPr sz="2400" spc="-5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10" dirty="0">
                <a:highlight>
                  <a:srgbClr val="FFFF00"/>
                </a:highlight>
                <a:latin typeface="Trebuchet MS"/>
                <a:cs typeface="Trebuchet MS"/>
              </a:rPr>
              <a:t>used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90" dirty="0">
                <a:highlight>
                  <a:srgbClr val="FFFF00"/>
                </a:highlight>
                <a:latin typeface="Trebuchet MS"/>
                <a:cs typeface="Trebuchet MS"/>
              </a:rPr>
              <a:t>for</a:t>
            </a:r>
            <a:r>
              <a:rPr sz="2400" spc="-5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75" dirty="0">
                <a:highlight>
                  <a:srgbClr val="FFFF00"/>
                </a:highlight>
                <a:latin typeface="Trebuchet MS"/>
                <a:cs typeface="Trebuchet MS"/>
              </a:rPr>
              <a:t>managing</a:t>
            </a:r>
            <a:r>
              <a:rPr sz="2400" spc="-4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changes</a:t>
            </a:r>
            <a:r>
              <a:rPr sz="2400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95" dirty="0">
                <a:highlight>
                  <a:srgbClr val="FFFF00"/>
                </a:highlight>
                <a:latin typeface="Trebuchet MS"/>
                <a:cs typeface="Trebuchet MS"/>
              </a:rPr>
              <a:t>affecting</a:t>
            </a:r>
            <a:r>
              <a:rPr sz="2400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the </a:t>
            </a:r>
            <a:r>
              <a:rPr sz="2400" spc="-14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220" dirty="0">
                <a:highlight>
                  <a:srgbClr val="FFFF00"/>
                </a:highlight>
                <a:latin typeface="Trebuchet MS"/>
                <a:cs typeface="Trebuchet MS"/>
              </a:rPr>
              <a:t>data.</a:t>
            </a:r>
            <a:endParaRPr sz="2400" dirty="0">
              <a:highlight>
                <a:srgbClr val="FFFF00"/>
              </a:highlight>
              <a:latin typeface="Trebuchet MS"/>
              <a:cs typeface="Trebuchet MS"/>
            </a:endParaRPr>
          </a:p>
          <a:p>
            <a:pPr marL="12700" marR="4084320">
              <a:lnSpc>
                <a:spcPct val="100000"/>
              </a:lnSpc>
              <a:spcBef>
                <a:spcPts val="5"/>
              </a:spcBef>
            </a:pPr>
            <a:r>
              <a:rPr sz="2400" spc="-85" dirty="0">
                <a:latin typeface="Trebuchet MS"/>
                <a:cs typeface="Trebuchet MS"/>
              </a:rPr>
              <a:t>These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</a:t>
            </a:r>
            <a:r>
              <a:rPr sz="2400" spc="-120" dirty="0">
                <a:latin typeface="Trebuchet MS"/>
                <a:cs typeface="Trebuchet MS"/>
              </a:rPr>
              <a:t>m</a:t>
            </a:r>
            <a:r>
              <a:rPr sz="2400" spc="-235" dirty="0">
                <a:latin typeface="Trebuchet MS"/>
                <a:cs typeface="Trebuchet MS"/>
              </a:rPr>
              <a:t>m</a:t>
            </a:r>
            <a:r>
              <a:rPr sz="2400" spc="-160" dirty="0">
                <a:latin typeface="Trebuchet MS"/>
                <a:cs typeface="Trebuchet MS"/>
              </a:rPr>
              <a:t>a</a:t>
            </a:r>
            <a:r>
              <a:rPr sz="2400" spc="-95" dirty="0">
                <a:latin typeface="Trebuchet MS"/>
                <a:cs typeface="Trebuchet MS"/>
              </a:rPr>
              <a:t>nds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</a:t>
            </a:r>
            <a:r>
              <a:rPr sz="2400" spc="-145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315" dirty="0">
                <a:latin typeface="Trebuchet MS"/>
                <a:cs typeface="Trebuchet MS"/>
              </a:rPr>
              <a:t>:  </a:t>
            </a:r>
            <a:r>
              <a:rPr sz="2400" spc="180" dirty="0">
                <a:latin typeface="Trebuchet MS"/>
                <a:cs typeface="Trebuchet MS"/>
              </a:rPr>
              <a:t>COMMI</a:t>
            </a:r>
            <a:r>
              <a:rPr sz="2400" spc="-250" dirty="0">
                <a:latin typeface="Trebuchet MS"/>
                <a:cs typeface="Trebuchet MS"/>
              </a:rPr>
              <a:t>T</a:t>
            </a:r>
            <a:r>
              <a:rPr sz="2400" spc="-325" dirty="0">
                <a:latin typeface="Trebuchet MS"/>
                <a:cs typeface="Trebuchet MS"/>
              </a:rPr>
              <a:t>, </a:t>
            </a:r>
            <a:r>
              <a:rPr sz="2400" spc="-95" dirty="0">
                <a:latin typeface="Trebuchet MS"/>
                <a:cs typeface="Trebuchet MS"/>
              </a:rPr>
              <a:t>R</a:t>
            </a:r>
            <a:r>
              <a:rPr sz="2400" spc="60" dirty="0">
                <a:latin typeface="Trebuchet MS"/>
                <a:cs typeface="Trebuchet MS"/>
              </a:rPr>
              <a:t>OLL</a:t>
            </a:r>
            <a:r>
              <a:rPr sz="2400" spc="114" dirty="0">
                <a:latin typeface="Trebuchet MS"/>
                <a:cs typeface="Trebuchet MS"/>
              </a:rPr>
              <a:t>B</a:t>
            </a:r>
            <a:r>
              <a:rPr sz="2400" spc="80" dirty="0">
                <a:latin typeface="Trebuchet MS"/>
                <a:cs typeface="Trebuchet MS"/>
              </a:rPr>
              <a:t>A</a:t>
            </a:r>
            <a:r>
              <a:rPr sz="2400" spc="170" dirty="0">
                <a:latin typeface="Trebuchet MS"/>
                <a:cs typeface="Trebuchet MS"/>
              </a:rPr>
              <a:t>CK  </a:t>
            </a:r>
            <a:r>
              <a:rPr sz="2400" spc="-20" dirty="0">
                <a:latin typeface="Trebuchet MS"/>
                <a:cs typeface="Trebuchet MS"/>
              </a:rPr>
              <a:t>SAVEPOINT.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60" dirty="0">
                <a:latin typeface="Trebuchet MS"/>
                <a:cs typeface="Trebuchet MS"/>
              </a:rPr>
              <a:t>S</a:t>
            </a:r>
            <a:r>
              <a:rPr sz="2400" spc="-180" dirty="0">
                <a:latin typeface="Trebuchet MS"/>
                <a:cs typeface="Trebuchet MS"/>
              </a:rPr>
              <a:t>T</a:t>
            </a:r>
            <a:r>
              <a:rPr sz="2400" spc="185" dirty="0">
                <a:latin typeface="Trebuchet MS"/>
                <a:cs typeface="Trebuchet MS"/>
              </a:rPr>
              <a:t>A</a:t>
            </a:r>
            <a:r>
              <a:rPr sz="2400" spc="-170" dirty="0">
                <a:latin typeface="Trebuchet MS"/>
                <a:cs typeface="Trebuchet MS"/>
              </a:rPr>
              <a:t>R</a:t>
            </a:r>
            <a:r>
              <a:rPr sz="2400" spc="55" dirty="0">
                <a:latin typeface="Trebuchet MS"/>
                <a:cs typeface="Trebuchet MS"/>
              </a:rPr>
              <a:t>T</a:t>
            </a:r>
            <a:r>
              <a:rPr sz="2400" spc="-365" dirty="0">
                <a:latin typeface="Trebuchet MS"/>
                <a:cs typeface="Trebuchet MS"/>
              </a:rPr>
              <a:t> </a:t>
            </a:r>
            <a:r>
              <a:rPr sz="2400" spc="125" dirty="0">
                <a:latin typeface="Trebuchet MS"/>
                <a:cs typeface="Trebuchet MS"/>
              </a:rPr>
              <a:t>TRANS</a:t>
            </a:r>
            <a:r>
              <a:rPr sz="2400" spc="30" dirty="0">
                <a:latin typeface="Trebuchet MS"/>
                <a:cs typeface="Trebuchet MS"/>
              </a:rPr>
              <a:t>A</a:t>
            </a:r>
            <a:r>
              <a:rPr sz="2400" spc="160" dirty="0">
                <a:latin typeface="Trebuchet MS"/>
                <a:cs typeface="Trebuchet MS"/>
              </a:rPr>
              <a:t>CT</a:t>
            </a:r>
            <a:r>
              <a:rPr sz="2400" spc="210" dirty="0">
                <a:latin typeface="Trebuchet MS"/>
                <a:cs typeface="Trebuchet MS"/>
              </a:rPr>
              <a:t>ION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6394" y="1011682"/>
            <a:ext cx="772795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05" dirty="0">
                <a:latin typeface="Trebuchet MS"/>
                <a:cs typeface="Trebuchet MS"/>
              </a:rPr>
              <a:t>COMMIT</a:t>
            </a:r>
            <a:r>
              <a:rPr sz="2400" b="1" spc="-7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and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spc="190" dirty="0">
                <a:latin typeface="Trebuchet MS"/>
                <a:cs typeface="Trebuchet MS"/>
              </a:rPr>
              <a:t>ROLLBACK:</a:t>
            </a:r>
            <a:endParaRPr sz="2400" dirty="0">
              <a:latin typeface="Trebuchet MS"/>
              <a:cs typeface="Trebuchet MS"/>
            </a:endParaRPr>
          </a:p>
          <a:p>
            <a:pPr marL="355600" marR="33401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85" dirty="0">
                <a:latin typeface="Trebuchet MS"/>
                <a:cs typeface="Trebuchet MS"/>
              </a:rPr>
              <a:t>These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</a:t>
            </a:r>
            <a:r>
              <a:rPr sz="2400" spc="-190" dirty="0">
                <a:latin typeface="Trebuchet MS"/>
                <a:cs typeface="Trebuchet MS"/>
              </a:rPr>
              <a:t>w</a:t>
            </a:r>
            <a:r>
              <a:rPr sz="2400" spc="35" dirty="0">
                <a:latin typeface="Trebuchet MS"/>
                <a:cs typeface="Trebuchet MS"/>
              </a:rPr>
              <a:t>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k</a:t>
            </a:r>
            <a:r>
              <a:rPr sz="2400" spc="-195" dirty="0">
                <a:latin typeface="Trebuchet MS"/>
                <a:cs typeface="Trebuchet MS"/>
              </a:rPr>
              <a:t>e</a:t>
            </a:r>
            <a:r>
              <a:rPr sz="2400" spc="-80" dirty="0">
                <a:latin typeface="Trebuchet MS"/>
                <a:cs typeface="Trebuchet MS"/>
              </a:rPr>
              <a:t>y</a:t>
            </a:r>
            <a:r>
              <a:rPr sz="2400" spc="-165" dirty="0">
                <a:latin typeface="Trebuchet MS"/>
                <a:cs typeface="Trebuchet MS"/>
              </a:rPr>
              <a:t>w</a:t>
            </a:r>
            <a:r>
              <a:rPr sz="2400" spc="30" dirty="0">
                <a:latin typeface="Trebuchet MS"/>
                <a:cs typeface="Trebuchet MS"/>
              </a:rPr>
              <a:t>o</a:t>
            </a:r>
            <a:r>
              <a:rPr sz="2400" spc="-25" dirty="0">
                <a:latin typeface="Trebuchet MS"/>
                <a:cs typeface="Trebuchet MS"/>
              </a:rPr>
              <a:t>r</a:t>
            </a:r>
            <a:r>
              <a:rPr sz="2400" spc="-85" dirty="0">
                <a:latin typeface="Trebuchet MS"/>
                <a:cs typeface="Trebuchet MS"/>
              </a:rPr>
              <a:t>ds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b="1" spc="215" dirty="0">
                <a:latin typeface="Trebuchet MS"/>
                <a:cs typeface="Trebuchet MS"/>
              </a:rPr>
              <a:t>Com</a:t>
            </a:r>
            <a:r>
              <a:rPr sz="2400" b="1" spc="275" dirty="0">
                <a:latin typeface="Trebuchet MS"/>
                <a:cs typeface="Trebuchet MS"/>
              </a:rPr>
              <a:t>m</a:t>
            </a:r>
            <a:r>
              <a:rPr sz="2400" b="1" spc="-25" dirty="0">
                <a:latin typeface="Trebuchet MS"/>
                <a:cs typeface="Trebuchet MS"/>
              </a:rPr>
              <a:t>it</a:t>
            </a:r>
            <a:r>
              <a:rPr sz="2400" b="1" spc="-6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and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b="1" spc="30" dirty="0">
                <a:latin typeface="Trebuchet MS"/>
                <a:cs typeface="Trebuchet MS"/>
              </a:rPr>
              <a:t>Rol</a:t>
            </a:r>
            <a:r>
              <a:rPr sz="2400" b="1" spc="5" dirty="0">
                <a:latin typeface="Trebuchet MS"/>
                <a:cs typeface="Trebuchet MS"/>
              </a:rPr>
              <a:t>l</a:t>
            </a:r>
            <a:r>
              <a:rPr sz="2400" b="1" spc="-5" dirty="0">
                <a:latin typeface="Trebuchet MS"/>
                <a:cs typeface="Trebuchet MS"/>
              </a:rPr>
              <a:t>back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35" dirty="0">
                <a:latin typeface="Trebuchet MS"/>
                <a:cs typeface="Trebuchet MS"/>
              </a:rPr>
              <a:t>m</a:t>
            </a:r>
            <a:r>
              <a:rPr sz="2400" spc="-160" dirty="0">
                <a:latin typeface="Trebuchet MS"/>
                <a:cs typeface="Trebuchet MS"/>
              </a:rPr>
              <a:t>a</a:t>
            </a:r>
            <a:r>
              <a:rPr sz="2400" spc="-175" dirty="0">
                <a:latin typeface="Trebuchet MS"/>
                <a:cs typeface="Trebuchet MS"/>
              </a:rPr>
              <a:t>in</a:t>
            </a:r>
            <a:r>
              <a:rPr sz="2400" spc="-140" dirty="0">
                <a:latin typeface="Trebuchet MS"/>
                <a:cs typeface="Trebuchet MS"/>
              </a:rPr>
              <a:t>l</a:t>
            </a:r>
            <a:r>
              <a:rPr sz="2400" spc="-100" dirty="0">
                <a:latin typeface="Trebuchet MS"/>
                <a:cs typeface="Trebuchet MS"/>
              </a:rPr>
              <a:t>y  </a:t>
            </a:r>
            <a:r>
              <a:rPr sz="2400" spc="-110" dirty="0">
                <a:latin typeface="Trebuchet MS"/>
                <a:cs typeface="Trebuchet MS"/>
              </a:rPr>
              <a:t>used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315" dirty="0">
                <a:latin typeface="Trebuchet MS"/>
                <a:cs typeface="Trebuchet MS"/>
              </a:rPr>
              <a:t>f</a:t>
            </a:r>
            <a:r>
              <a:rPr sz="2400" spc="25" dirty="0">
                <a:latin typeface="Trebuchet MS"/>
                <a:cs typeface="Trebuchet MS"/>
              </a:rPr>
              <a:t>or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MySQL</a:t>
            </a:r>
            <a:r>
              <a:rPr sz="2400" spc="-37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T</a:t>
            </a:r>
            <a:r>
              <a:rPr sz="2400" spc="-95" dirty="0">
                <a:latin typeface="Trebuchet MS"/>
                <a:cs typeface="Trebuchet MS"/>
              </a:rPr>
              <a:t>r</a:t>
            </a:r>
            <a:r>
              <a:rPr sz="2400" spc="-135" dirty="0">
                <a:latin typeface="Trebuchet MS"/>
                <a:cs typeface="Trebuchet MS"/>
              </a:rPr>
              <a:t>a</a:t>
            </a:r>
            <a:r>
              <a:rPr sz="2400" spc="-130" dirty="0">
                <a:latin typeface="Trebuchet MS"/>
                <a:cs typeface="Trebuchet MS"/>
              </a:rPr>
              <a:t>ns</a:t>
            </a:r>
            <a:r>
              <a:rPr sz="2400" spc="-150" dirty="0">
                <a:latin typeface="Trebuchet MS"/>
                <a:cs typeface="Trebuchet MS"/>
              </a:rPr>
              <a:t>a</a:t>
            </a:r>
            <a:r>
              <a:rPr sz="2400" spc="-145" dirty="0">
                <a:latin typeface="Trebuchet MS"/>
                <a:cs typeface="Trebuchet MS"/>
              </a:rPr>
              <a:t>ct</a:t>
            </a:r>
            <a:r>
              <a:rPr sz="2400" spc="-135" dirty="0">
                <a:latin typeface="Trebuchet MS"/>
                <a:cs typeface="Trebuchet MS"/>
              </a:rPr>
              <a:t>ions.</a:t>
            </a:r>
            <a:endParaRPr sz="2400" dirty="0">
              <a:latin typeface="Trebuchet MS"/>
              <a:cs typeface="Trebuchet MS"/>
            </a:endParaRPr>
          </a:p>
          <a:p>
            <a:pPr marL="355600" marR="16129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15" dirty="0">
                <a:highlight>
                  <a:srgbClr val="FFFF00"/>
                </a:highlight>
                <a:latin typeface="Trebuchet MS"/>
                <a:cs typeface="Trebuchet MS"/>
              </a:rPr>
              <a:t>When</a:t>
            </a:r>
            <a:r>
              <a:rPr sz="2400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240" dirty="0">
                <a:highlight>
                  <a:srgbClr val="FFFF00"/>
                </a:highlight>
                <a:latin typeface="Trebuchet MS"/>
                <a:cs typeface="Trebuchet MS"/>
              </a:rPr>
              <a:t>a</a:t>
            </a:r>
            <a:r>
              <a:rPr sz="2400" spc="-4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30" dirty="0">
                <a:highlight>
                  <a:srgbClr val="FFFF00"/>
                </a:highlight>
                <a:latin typeface="Trebuchet MS"/>
                <a:cs typeface="Trebuchet MS"/>
              </a:rPr>
              <a:t>successful</a:t>
            </a:r>
            <a:r>
              <a:rPr sz="2400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20" dirty="0">
                <a:highlight>
                  <a:srgbClr val="FFFF00"/>
                </a:highlight>
                <a:latin typeface="Trebuchet MS"/>
                <a:cs typeface="Trebuchet MS"/>
              </a:rPr>
              <a:t>transaction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10" dirty="0">
                <a:highlight>
                  <a:srgbClr val="FFFF00"/>
                </a:highlight>
                <a:latin typeface="Trebuchet MS"/>
                <a:cs typeface="Trebuchet MS"/>
              </a:rPr>
              <a:t>is</a:t>
            </a:r>
            <a:r>
              <a:rPr sz="2400" spc="-5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55" dirty="0">
                <a:highlight>
                  <a:srgbClr val="FFFF00"/>
                </a:highlight>
                <a:latin typeface="Trebuchet MS"/>
                <a:cs typeface="Trebuchet MS"/>
              </a:rPr>
              <a:t>completed,</a:t>
            </a:r>
            <a:r>
              <a:rPr sz="2400" spc="-28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the</a:t>
            </a:r>
            <a:r>
              <a:rPr sz="2400" spc="-7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155" dirty="0">
                <a:highlight>
                  <a:srgbClr val="FFFF00"/>
                </a:highlight>
                <a:latin typeface="Trebuchet MS"/>
                <a:cs typeface="Trebuchet MS"/>
              </a:rPr>
              <a:t>COMMIT </a:t>
            </a:r>
            <a:r>
              <a:rPr sz="2400" spc="-70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25" dirty="0">
                <a:highlight>
                  <a:srgbClr val="FFFF00"/>
                </a:highlight>
                <a:latin typeface="Trebuchet MS"/>
                <a:cs typeface="Trebuchet MS"/>
              </a:rPr>
              <a:t>command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90" dirty="0">
                <a:highlight>
                  <a:srgbClr val="FFFF00"/>
                </a:highlight>
                <a:latin typeface="Trebuchet MS"/>
                <a:cs typeface="Trebuchet MS"/>
              </a:rPr>
              <a:t>should</a:t>
            </a:r>
            <a:r>
              <a:rPr sz="2400" spc="-5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50" dirty="0">
                <a:highlight>
                  <a:srgbClr val="FFFF00"/>
                </a:highlight>
                <a:latin typeface="Trebuchet MS"/>
                <a:cs typeface="Trebuchet MS"/>
              </a:rPr>
              <a:t>be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14" dirty="0">
                <a:highlight>
                  <a:srgbClr val="FFFF00"/>
                </a:highlight>
                <a:latin typeface="Trebuchet MS"/>
                <a:cs typeface="Trebuchet MS"/>
              </a:rPr>
              <a:t>issued</a:t>
            </a:r>
            <a:r>
              <a:rPr sz="2400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0" dirty="0">
                <a:highlight>
                  <a:srgbClr val="FFFF00"/>
                </a:highlight>
                <a:latin typeface="Trebuchet MS"/>
                <a:cs typeface="Trebuchet MS"/>
              </a:rPr>
              <a:t>so</a:t>
            </a:r>
            <a:r>
              <a:rPr sz="2400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65" dirty="0">
                <a:highlight>
                  <a:srgbClr val="FFFF00"/>
                </a:highlight>
                <a:latin typeface="Trebuchet MS"/>
                <a:cs typeface="Trebuchet MS"/>
              </a:rPr>
              <a:t>that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the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changes</a:t>
            </a:r>
            <a:r>
              <a:rPr sz="2400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to</a:t>
            </a:r>
            <a:r>
              <a:rPr sz="2400" spc="-5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200" dirty="0">
                <a:highlight>
                  <a:srgbClr val="FFFF00"/>
                </a:highlight>
                <a:latin typeface="Trebuchet MS"/>
                <a:cs typeface="Trebuchet MS"/>
              </a:rPr>
              <a:t>all </a:t>
            </a:r>
            <a:r>
              <a:rPr sz="2400" spc="-19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00" dirty="0">
                <a:highlight>
                  <a:srgbClr val="FFFF00"/>
                </a:highlight>
                <a:latin typeface="Trebuchet MS"/>
                <a:cs typeface="Trebuchet MS"/>
              </a:rPr>
              <a:t>i</a:t>
            </a:r>
            <a:r>
              <a:rPr sz="2400" spc="-215" dirty="0">
                <a:highlight>
                  <a:srgbClr val="FFFF00"/>
                </a:highlight>
                <a:latin typeface="Trebuchet MS"/>
                <a:cs typeface="Trebuchet MS"/>
              </a:rPr>
              <a:t>n</a:t>
            </a:r>
            <a:r>
              <a:rPr sz="2400" spc="-170" dirty="0">
                <a:highlight>
                  <a:srgbClr val="FFFF00"/>
                </a:highlight>
                <a:latin typeface="Trebuchet MS"/>
                <a:cs typeface="Trebuchet MS"/>
              </a:rPr>
              <a:t>v</a:t>
            </a:r>
            <a:r>
              <a:rPr sz="2400" spc="-85" dirty="0">
                <a:highlight>
                  <a:srgbClr val="FFFF00"/>
                </a:highlight>
                <a:latin typeface="Trebuchet MS"/>
                <a:cs typeface="Trebuchet MS"/>
              </a:rPr>
              <a:t>ol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v</a:t>
            </a:r>
            <a:r>
              <a:rPr sz="2400" spc="-140" dirty="0">
                <a:highlight>
                  <a:srgbClr val="FFFF00"/>
                </a:highlight>
                <a:latin typeface="Trebuchet MS"/>
                <a:cs typeface="Trebuchet MS"/>
              </a:rPr>
              <a:t>ed</a:t>
            </a:r>
            <a:r>
              <a:rPr sz="2400" spc="-7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55" dirty="0">
                <a:highlight>
                  <a:srgbClr val="FFFF00"/>
                </a:highlight>
                <a:latin typeface="Trebuchet MS"/>
                <a:cs typeface="Trebuchet MS"/>
              </a:rPr>
              <a:t>tables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65" dirty="0">
                <a:highlight>
                  <a:srgbClr val="FFFF00"/>
                </a:highlight>
                <a:latin typeface="Trebuchet MS"/>
                <a:cs typeface="Trebuchet MS"/>
              </a:rPr>
              <a:t>wil</a:t>
            </a:r>
            <a:r>
              <a:rPr sz="2400" spc="-110" dirty="0">
                <a:highlight>
                  <a:srgbClr val="FFFF00"/>
                </a:highlight>
                <a:latin typeface="Trebuchet MS"/>
                <a:cs typeface="Trebuchet MS"/>
              </a:rPr>
              <a:t>l</a:t>
            </a:r>
            <a:r>
              <a:rPr sz="2400" spc="-7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50" dirty="0">
                <a:highlight>
                  <a:srgbClr val="FFFF00"/>
                </a:highlight>
                <a:latin typeface="Trebuchet MS"/>
                <a:cs typeface="Trebuchet MS"/>
              </a:rPr>
              <a:t>ta</a:t>
            </a:r>
            <a:r>
              <a:rPr sz="2400" spc="-229" dirty="0">
                <a:highlight>
                  <a:srgbClr val="FFFF00"/>
                </a:highlight>
                <a:latin typeface="Trebuchet MS"/>
                <a:cs typeface="Trebuchet MS"/>
              </a:rPr>
              <a:t>k</a:t>
            </a:r>
            <a:r>
              <a:rPr sz="2400" spc="-160" dirty="0">
                <a:highlight>
                  <a:srgbClr val="FFFF00"/>
                </a:highlight>
                <a:latin typeface="Trebuchet MS"/>
                <a:cs typeface="Trebuchet MS"/>
              </a:rPr>
              <a:t>e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265" dirty="0">
                <a:highlight>
                  <a:srgbClr val="FFFF00"/>
                </a:highlight>
                <a:latin typeface="Trebuchet MS"/>
                <a:cs typeface="Trebuchet MS"/>
              </a:rPr>
              <a:t>ef</a:t>
            </a:r>
            <a:r>
              <a:rPr sz="2400" spc="-245" dirty="0">
                <a:highlight>
                  <a:srgbClr val="FFFF00"/>
                </a:highlight>
                <a:latin typeface="Trebuchet MS"/>
                <a:cs typeface="Trebuchet MS"/>
              </a:rPr>
              <a:t>f</a:t>
            </a:r>
            <a:r>
              <a:rPr sz="2400" spc="-165" dirty="0">
                <a:highlight>
                  <a:srgbClr val="FFFF00"/>
                </a:highlight>
                <a:latin typeface="Trebuchet MS"/>
                <a:cs typeface="Trebuchet MS"/>
              </a:rPr>
              <a:t>ec</a:t>
            </a:r>
            <a:r>
              <a:rPr sz="2400" spc="-120" dirty="0">
                <a:highlight>
                  <a:srgbClr val="FFFF00"/>
                </a:highlight>
                <a:latin typeface="Trebuchet MS"/>
                <a:cs typeface="Trebuchet MS"/>
              </a:rPr>
              <a:t>t</a:t>
            </a:r>
            <a:r>
              <a:rPr sz="2400" spc="-360" dirty="0">
                <a:highlight>
                  <a:srgbClr val="FFFF00"/>
                </a:highlight>
                <a:latin typeface="Trebuchet MS"/>
                <a:cs typeface="Trebuchet MS"/>
              </a:rPr>
              <a:t>.</a:t>
            </a:r>
            <a:endParaRPr sz="2400" dirty="0">
              <a:highlight>
                <a:srgbClr val="FFFF00"/>
              </a:highlight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80" dirty="0">
                <a:highlight>
                  <a:srgbClr val="FFFF00"/>
                </a:highlight>
                <a:latin typeface="Trebuchet MS"/>
                <a:cs typeface="Trebuchet MS"/>
              </a:rPr>
              <a:t>If </a:t>
            </a:r>
            <a:r>
              <a:rPr sz="2400" spc="-240" dirty="0">
                <a:highlight>
                  <a:srgbClr val="FFFF00"/>
                </a:highlight>
                <a:latin typeface="Trebuchet MS"/>
                <a:cs typeface="Trebuchet MS"/>
              </a:rPr>
              <a:t>a</a:t>
            </a:r>
            <a:r>
              <a:rPr sz="2400" spc="-23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70" dirty="0">
                <a:highlight>
                  <a:srgbClr val="FFFF00"/>
                </a:highlight>
                <a:latin typeface="Trebuchet MS"/>
                <a:cs typeface="Trebuchet MS"/>
              </a:rPr>
              <a:t>failure </a:t>
            </a:r>
            <a:r>
              <a:rPr sz="2400" spc="-110" dirty="0">
                <a:highlight>
                  <a:srgbClr val="FFFF00"/>
                </a:highlight>
                <a:latin typeface="Trebuchet MS"/>
                <a:cs typeface="Trebuchet MS"/>
              </a:rPr>
              <a:t>occurs, </a:t>
            </a:r>
            <a:r>
              <a:rPr sz="2400" spc="-240" dirty="0">
                <a:highlight>
                  <a:srgbClr val="FFFF00"/>
                </a:highlight>
                <a:latin typeface="Trebuchet MS"/>
                <a:cs typeface="Trebuchet MS"/>
              </a:rPr>
              <a:t>a </a:t>
            </a:r>
            <a:r>
              <a:rPr sz="2400" spc="90" dirty="0">
                <a:highlight>
                  <a:srgbClr val="FFFF00"/>
                </a:highlight>
                <a:latin typeface="Trebuchet MS"/>
                <a:cs typeface="Trebuchet MS"/>
              </a:rPr>
              <a:t>ROLLBACK </a:t>
            </a:r>
            <a:r>
              <a:rPr sz="2400" spc="-125" dirty="0">
                <a:highlight>
                  <a:srgbClr val="FFFF00"/>
                </a:highlight>
                <a:latin typeface="Trebuchet MS"/>
                <a:cs typeface="Trebuchet MS"/>
              </a:rPr>
              <a:t>command </a:t>
            </a:r>
            <a:r>
              <a:rPr sz="2400" spc="-90" dirty="0">
                <a:highlight>
                  <a:srgbClr val="FFFF00"/>
                </a:highlight>
                <a:latin typeface="Trebuchet MS"/>
                <a:cs typeface="Trebuchet MS"/>
              </a:rPr>
              <a:t>should </a:t>
            </a:r>
            <a:r>
              <a:rPr sz="2400" spc="-150" dirty="0">
                <a:highlight>
                  <a:srgbClr val="FFFF00"/>
                </a:highlight>
                <a:latin typeface="Trebuchet MS"/>
                <a:cs typeface="Trebuchet MS"/>
              </a:rPr>
              <a:t>be </a:t>
            </a:r>
            <a:r>
              <a:rPr sz="2400" spc="-114" dirty="0">
                <a:highlight>
                  <a:srgbClr val="FFFF00"/>
                </a:highlight>
                <a:latin typeface="Trebuchet MS"/>
                <a:cs typeface="Trebuchet MS"/>
              </a:rPr>
              <a:t>issued </a:t>
            </a:r>
            <a:r>
              <a:rPr sz="2400" spc="-71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to</a:t>
            </a:r>
            <a:r>
              <a:rPr sz="2400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40" dirty="0">
                <a:highlight>
                  <a:srgbClr val="FFFF00"/>
                </a:highlight>
                <a:latin typeface="Trebuchet MS"/>
                <a:cs typeface="Trebuchet MS"/>
              </a:rPr>
              <a:t>r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etu</a:t>
            </a:r>
            <a:r>
              <a:rPr sz="2400" spc="-50" dirty="0">
                <a:highlight>
                  <a:srgbClr val="FFFF00"/>
                </a:highlight>
                <a:latin typeface="Trebuchet MS"/>
                <a:cs typeface="Trebuchet MS"/>
              </a:rPr>
              <a:t>rn</a:t>
            </a:r>
            <a:r>
              <a:rPr sz="2400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95" dirty="0">
                <a:highlight>
                  <a:srgbClr val="FFFF00"/>
                </a:highlight>
                <a:latin typeface="Trebuchet MS"/>
                <a:cs typeface="Trebuchet MS"/>
              </a:rPr>
              <a:t>e</a:t>
            </a:r>
            <a:r>
              <a:rPr sz="2400" spc="-170" dirty="0">
                <a:highlight>
                  <a:srgbClr val="FFFF00"/>
                </a:highlight>
                <a:latin typeface="Trebuchet MS"/>
                <a:cs typeface="Trebuchet MS"/>
              </a:rPr>
              <a:t>v</a:t>
            </a:r>
            <a:r>
              <a:rPr sz="2400" spc="-85" dirty="0">
                <a:highlight>
                  <a:srgbClr val="FFFF00"/>
                </a:highlight>
                <a:latin typeface="Trebuchet MS"/>
                <a:cs typeface="Trebuchet MS"/>
              </a:rPr>
              <a:t>e</a:t>
            </a:r>
            <a:r>
              <a:rPr sz="2400" spc="5" dirty="0">
                <a:highlight>
                  <a:srgbClr val="FFFF00"/>
                </a:highlight>
                <a:latin typeface="Trebuchet MS"/>
                <a:cs typeface="Trebuchet MS"/>
              </a:rPr>
              <a:t>r</a:t>
            </a:r>
            <a:r>
              <a:rPr sz="2400" spc="-135" dirty="0">
                <a:highlight>
                  <a:srgbClr val="FFFF00"/>
                </a:highlight>
                <a:latin typeface="Trebuchet MS"/>
                <a:cs typeface="Trebuchet MS"/>
              </a:rPr>
              <a:t>y</a:t>
            </a:r>
            <a:r>
              <a:rPr sz="2400" spc="-7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75" dirty="0">
                <a:highlight>
                  <a:srgbClr val="FFFF00"/>
                </a:highlight>
                <a:latin typeface="Trebuchet MS"/>
                <a:cs typeface="Trebuchet MS"/>
              </a:rPr>
              <a:t>table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40" dirty="0">
                <a:highlight>
                  <a:srgbClr val="FFFF00"/>
                </a:highlight>
                <a:latin typeface="Trebuchet MS"/>
                <a:cs typeface="Trebuchet MS"/>
              </a:rPr>
              <a:t>r</a:t>
            </a:r>
            <a:r>
              <a:rPr sz="2400" spc="-270" dirty="0">
                <a:highlight>
                  <a:srgbClr val="FFFF00"/>
                </a:highlight>
                <a:latin typeface="Trebuchet MS"/>
                <a:cs typeface="Trebuchet MS"/>
              </a:rPr>
              <a:t>e</a:t>
            </a:r>
            <a:r>
              <a:rPr sz="2400" spc="-210" dirty="0">
                <a:highlight>
                  <a:srgbClr val="FFFF00"/>
                </a:highlight>
                <a:latin typeface="Trebuchet MS"/>
                <a:cs typeface="Trebuchet MS"/>
              </a:rPr>
              <a:t>f</a:t>
            </a:r>
            <a:r>
              <a:rPr sz="2400" spc="-85" dirty="0">
                <a:highlight>
                  <a:srgbClr val="FFFF00"/>
                </a:highlight>
                <a:latin typeface="Trebuchet MS"/>
                <a:cs typeface="Trebuchet MS"/>
              </a:rPr>
              <a:t>e</a:t>
            </a:r>
            <a:r>
              <a:rPr sz="2400" spc="-110" dirty="0">
                <a:highlight>
                  <a:srgbClr val="FFFF00"/>
                </a:highlight>
                <a:latin typeface="Trebuchet MS"/>
                <a:cs typeface="Trebuchet MS"/>
              </a:rPr>
              <a:t>r</a:t>
            </a:r>
            <a:r>
              <a:rPr sz="2400" spc="-140" dirty="0">
                <a:highlight>
                  <a:srgbClr val="FFFF00"/>
                </a:highlight>
                <a:latin typeface="Trebuchet MS"/>
                <a:cs typeface="Trebuchet MS"/>
              </a:rPr>
              <a:t>enced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00" dirty="0">
                <a:highlight>
                  <a:srgbClr val="FFFF00"/>
                </a:highlight>
                <a:latin typeface="Trebuchet MS"/>
                <a:cs typeface="Trebuchet MS"/>
              </a:rPr>
              <a:t>i</a:t>
            </a:r>
            <a:r>
              <a:rPr sz="2400" spc="-180" dirty="0">
                <a:highlight>
                  <a:srgbClr val="FFFF00"/>
                </a:highlight>
                <a:latin typeface="Trebuchet MS"/>
                <a:cs typeface="Trebuchet MS"/>
              </a:rPr>
              <a:t>n</a:t>
            </a:r>
            <a:r>
              <a:rPr sz="2400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45" dirty="0">
                <a:highlight>
                  <a:srgbClr val="FFFF00"/>
                </a:highlight>
                <a:latin typeface="Trebuchet MS"/>
                <a:cs typeface="Trebuchet MS"/>
              </a:rPr>
              <a:t>the</a:t>
            </a:r>
            <a:r>
              <a:rPr sz="2400" spc="-7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25" dirty="0">
                <a:highlight>
                  <a:srgbClr val="FFFF00"/>
                </a:highlight>
                <a:latin typeface="Trebuchet MS"/>
                <a:cs typeface="Trebuchet MS"/>
              </a:rPr>
              <a:t>trans</a:t>
            </a:r>
            <a:r>
              <a:rPr sz="2400" spc="-155" dirty="0">
                <a:highlight>
                  <a:srgbClr val="FFFF00"/>
                </a:highlight>
                <a:latin typeface="Trebuchet MS"/>
                <a:cs typeface="Trebuchet MS"/>
              </a:rPr>
              <a:t>a</a:t>
            </a:r>
            <a:r>
              <a:rPr sz="2400" spc="-165" dirty="0">
                <a:highlight>
                  <a:srgbClr val="FFFF00"/>
                </a:highlight>
                <a:latin typeface="Trebuchet MS"/>
                <a:cs typeface="Trebuchet MS"/>
              </a:rPr>
              <a:t>c</a:t>
            </a:r>
            <a:r>
              <a:rPr sz="2400" spc="-125" dirty="0">
                <a:highlight>
                  <a:srgbClr val="FFFF00"/>
                </a:highlight>
                <a:latin typeface="Trebuchet MS"/>
                <a:cs typeface="Trebuchet MS"/>
              </a:rPr>
              <a:t>t</a:t>
            </a:r>
            <a:r>
              <a:rPr sz="2400" spc="-75" dirty="0">
                <a:highlight>
                  <a:srgbClr val="FFFF00"/>
                </a:highlight>
                <a:latin typeface="Trebuchet MS"/>
                <a:cs typeface="Trebuchet MS"/>
              </a:rPr>
              <a:t>io</a:t>
            </a:r>
            <a:r>
              <a:rPr sz="2400" spc="-95" dirty="0">
                <a:highlight>
                  <a:srgbClr val="FFFF00"/>
                </a:highlight>
                <a:latin typeface="Trebuchet MS"/>
                <a:cs typeface="Trebuchet MS"/>
              </a:rPr>
              <a:t>n</a:t>
            </a:r>
            <a:r>
              <a:rPr sz="2400" spc="-6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55" dirty="0">
                <a:highlight>
                  <a:srgbClr val="FFFF00"/>
                </a:highlight>
                <a:latin typeface="Trebuchet MS"/>
                <a:cs typeface="Trebuchet MS"/>
              </a:rPr>
              <a:t>t</a:t>
            </a:r>
            <a:r>
              <a:rPr sz="2400" spc="35" dirty="0">
                <a:highlight>
                  <a:srgbClr val="FFFF00"/>
                </a:highlight>
                <a:latin typeface="Trebuchet MS"/>
                <a:cs typeface="Trebuchet MS"/>
              </a:rPr>
              <a:t>o</a:t>
            </a:r>
            <a:r>
              <a:rPr sz="2400" spc="-70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35" dirty="0">
                <a:highlight>
                  <a:srgbClr val="FFFF00"/>
                </a:highlight>
                <a:latin typeface="Trebuchet MS"/>
                <a:cs typeface="Trebuchet MS"/>
              </a:rPr>
              <a:t>i</a:t>
            </a:r>
            <a:r>
              <a:rPr sz="2400" spc="-185" dirty="0">
                <a:highlight>
                  <a:srgbClr val="FFFF00"/>
                </a:highlight>
                <a:latin typeface="Trebuchet MS"/>
                <a:cs typeface="Trebuchet MS"/>
              </a:rPr>
              <a:t>t</a:t>
            </a:r>
            <a:r>
              <a:rPr sz="2400" spc="-40" dirty="0">
                <a:highlight>
                  <a:srgbClr val="FFFF00"/>
                </a:highlight>
                <a:latin typeface="Trebuchet MS"/>
                <a:cs typeface="Trebuchet MS"/>
              </a:rPr>
              <a:t>s  </a:t>
            </a:r>
            <a:r>
              <a:rPr sz="2400" spc="-100" dirty="0">
                <a:highlight>
                  <a:srgbClr val="FFFF00"/>
                </a:highlight>
                <a:latin typeface="Trebuchet MS"/>
                <a:cs typeface="Trebuchet MS"/>
              </a:rPr>
              <a:t>previous</a:t>
            </a:r>
            <a:r>
              <a:rPr sz="2400" spc="-65" dirty="0"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2400" spc="-180" dirty="0">
                <a:highlight>
                  <a:srgbClr val="FFFF00"/>
                </a:highlight>
                <a:latin typeface="Trebuchet MS"/>
                <a:cs typeface="Trebuchet MS"/>
              </a:rPr>
              <a:t>state.</a:t>
            </a:r>
            <a:endParaRPr sz="2400" dirty="0">
              <a:highlight>
                <a:srgbClr val="FFFF00"/>
              </a:highlight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1594" y="415544"/>
            <a:ext cx="2584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b="1" dirty="0">
                <a:solidFill>
                  <a:srgbClr val="6B8791"/>
                </a:solidFill>
                <a:latin typeface="Arial"/>
                <a:cs typeface="Arial"/>
              </a:rPr>
              <a:t>Commit</a:t>
            </a:r>
            <a:r>
              <a:rPr sz="2000" b="1" spc="-95" dirty="0">
                <a:solidFill>
                  <a:srgbClr val="6B879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B8791"/>
                </a:solidFill>
                <a:latin typeface="Arial"/>
                <a:cs typeface="Arial"/>
              </a:rPr>
              <a:t>command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1594" y="720039"/>
            <a:ext cx="75838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Commit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permanently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transaction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into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database.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1594" y="1631950"/>
            <a:ext cx="8299450" cy="5007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command's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syntax,</a:t>
            </a:r>
          </a:p>
          <a:p>
            <a:pPr marL="12700">
              <a:lnSpc>
                <a:spcPts val="2470"/>
              </a:lnSpc>
            </a:pPr>
            <a:r>
              <a:rPr sz="2100" b="1" i="1" spc="-145" dirty="0">
                <a:latin typeface="Arial"/>
                <a:cs typeface="Arial"/>
              </a:rPr>
              <a:t>commit</a:t>
            </a:r>
            <a:r>
              <a:rPr sz="2000" spc="-145" dirty="0">
                <a:latin typeface="Arial MT"/>
                <a:cs typeface="Arial MT"/>
              </a:rPr>
              <a:t>;</a:t>
            </a:r>
            <a:endParaRPr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789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b="1" dirty="0">
                <a:solidFill>
                  <a:srgbClr val="6B8791"/>
                </a:solidFill>
                <a:latin typeface="Arial"/>
                <a:cs typeface="Arial"/>
              </a:rPr>
              <a:t>Rollback</a:t>
            </a:r>
            <a:r>
              <a:rPr sz="2000" b="1" spc="-55" dirty="0">
                <a:solidFill>
                  <a:srgbClr val="6B879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B8791"/>
                </a:solidFill>
                <a:latin typeface="Arial"/>
                <a:cs typeface="Arial"/>
              </a:rPr>
              <a:t>command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This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command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restores</a:t>
            </a:r>
            <a:r>
              <a:rPr sz="2000" spc="-4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the</a:t>
            </a:r>
            <a:r>
              <a:rPr sz="20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database</a:t>
            </a:r>
            <a:r>
              <a:rPr sz="2000" spc="-3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000" spc="-2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last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commited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state.</a:t>
            </a:r>
            <a:r>
              <a:rPr sz="2000" spc="-3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It</a:t>
            </a:r>
            <a:r>
              <a:rPr sz="2000" spc="-5" dirty="0">
                <a:highlight>
                  <a:srgbClr val="FFFF00"/>
                </a:highlight>
                <a:latin typeface="Arial MT"/>
                <a:cs typeface="Arial MT"/>
              </a:rPr>
              <a:t> is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also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use</a:t>
            </a:r>
          </a:p>
          <a:p>
            <a:pPr marL="12700">
              <a:lnSpc>
                <a:spcPct val="100000"/>
              </a:lnSpc>
            </a:pP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with</a:t>
            </a:r>
            <a:r>
              <a:rPr sz="20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savepoint</a:t>
            </a:r>
            <a:r>
              <a:rPr sz="2000" spc="-3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command</a:t>
            </a:r>
            <a:r>
              <a:rPr sz="2000" spc="-4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jump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000" spc="-2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a savepoint</a:t>
            </a:r>
            <a:r>
              <a:rPr sz="2000" spc="-3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in a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transaction.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highlight>
                <a:srgbClr val="FFFF00"/>
              </a:highlight>
              <a:latin typeface="Arial MT"/>
              <a:cs typeface="Arial MT"/>
            </a:endParaRPr>
          </a:p>
          <a:p>
            <a:pPr marL="12700">
              <a:lnSpc>
                <a:spcPts val="2350"/>
              </a:lnSpc>
            </a:pP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Following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is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Rollback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command's</a:t>
            </a:r>
            <a:r>
              <a:rPr sz="2000" spc="-4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syntax,</a:t>
            </a:r>
          </a:p>
          <a:p>
            <a:pPr marL="12700">
              <a:lnSpc>
                <a:spcPts val="2470"/>
              </a:lnSpc>
            </a:pPr>
            <a:r>
              <a:rPr sz="2000" b="1" spc="-105" dirty="0">
                <a:highlight>
                  <a:srgbClr val="FFFF00"/>
                </a:highlight>
                <a:latin typeface="Arial"/>
                <a:cs typeface="Arial"/>
              </a:rPr>
              <a:t>r</a:t>
            </a:r>
            <a:r>
              <a:rPr sz="2000" b="1" spc="-100" dirty="0"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sz="2000" b="1" spc="-120" dirty="0">
                <a:highlight>
                  <a:srgbClr val="FFFF00"/>
                </a:highlight>
                <a:latin typeface="Arial"/>
                <a:cs typeface="Arial"/>
              </a:rPr>
              <a:t>l</a:t>
            </a:r>
            <a:r>
              <a:rPr sz="2000" b="1" spc="-110" dirty="0">
                <a:highlight>
                  <a:srgbClr val="FFFF00"/>
                </a:highlight>
                <a:latin typeface="Arial"/>
                <a:cs typeface="Arial"/>
              </a:rPr>
              <a:t>l</a:t>
            </a:r>
            <a:r>
              <a:rPr sz="2000" b="1" spc="-60" dirty="0">
                <a:highlight>
                  <a:srgbClr val="FFFF00"/>
                </a:highlight>
                <a:latin typeface="Arial"/>
                <a:cs typeface="Arial"/>
              </a:rPr>
              <a:t>ba</a:t>
            </a:r>
            <a:r>
              <a:rPr sz="2000" b="1" spc="-114" dirty="0">
                <a:highlight>
                  <a:srgbClr val="FFFF00"/>
                </a:highlight>
                <a:latin typeface="Arial"/>
                <a:cs typeface="Arial"/>
              </a:rPr>
              <a:t>ck</a:t>
            </a:r>
            <a:r>
              <a:rPr sz="2000" b="1" spc="-35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000" spc="-2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100" i="1" spc="-50" dirty="0">
                <a:highlight>
                  <a:srgbClr val="FFFF00"/>
                </a:highlight>
                <a:latin typeface="Arial"/>
                <a:cs typeface="Arial"/>
              </a:rPr>
              <a:t>save</a:t>
            </a:r>
            <a:r>
              <a:rPr sz="2100" i="1" spc="-55" dirty="0">
                <a:highlight>
                  <a:srgbClr val="FFFF00"/>
                </a:highlight>
                <a:latin typeface="Arial"/>
                <a:cs typeface="Arial"/>
              </a:rPr>
              <a:t>poin</a:t>
            </a:r>
            <a:r>
              <a:rPr sz="2100" i="1" spc="-25" dirty="0">
                <a:highlight>
                  <a:srgbClr val="FFFF00"/>
                </a:highlight>
                <a:latin typeface="Arial"/>
                <a:cs typeface="Arial"/>
              </a:rPr>
              <a:t>t</a:t>
            </a:r>
            <a:r>
              <a:rPr sz="2100" i="1" spc="-35" dirty="0">
                <a:highlight>
                  <a:srgbClr val="FFFF00"/>
                </a:highlight>
                <a:latin typeface="Arial"/>
                <a:cs typeface="Arial"/>
              </a:rPr>
              <a:t>-</a:t>
            </a:r>
            <a:r>
              <a:rPr sz="2100" i="1" spc="-60" dirty="0">
                <a:highlight>
                  <a:srgbClr val="FFFF00"/>
                </a:highlight>
                <a:latin typeface="Arial"/>
                <a:cs typeface="Arial"/>
              </a:rPr>
              <a:t>n</a:t>
            </a:r>
            <a:r>
              <a:rPr sz="2100" i="1" spc="-65" dirty="0">
                <a:highlight>
                  <a:srgbClr val="FFFF00"/>
                </a:highlight>
                <a:latin typeface="Arial"/>
                <a:cs typeface="Arial"/>
              </a:rPr>
              <a:t>a</a:t>
            </a:r>
            <a:r>
              <a:rPr sz="2100" i="1" spc="-80" dirty="0">
                <a:highlight>
                  <a:srgbClr val="FFFF00"/>
                </a:highlight>
                <a:latin typeface="Arial"/>
                <a:cs typeface="Arial"/>
              </a:rPr>
              <a:t>m</a:t>
            </a:r>
            <a:r>
              <a:rPr sz="2100" i="1" spc="-60" dirty="0">
                <a:highlight>
                  <a:srgbClr val="FFFF00"/>
                </a:highlight>
                <a:latin typeface="Arial"/>
                <a:cs typeface="Arial"/>
              </a:rPr>
              <a:t>e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;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 MT"/>
              <a:cs typeface="Arial MT"/>
            </a:endParaRPr>
          </a:p>
          <a:p>
            <a:pPr marL="431800" lvl="1" indent="-342900">
              <a:lnSpc>
                <a:spcPct val="100000"/>
              </a:lnSpc>
              <a:buFont typeface="Wingdings"/>
              <a:buChar char=""/>
              <a:tabLst>
                <a:tab pos="431800" algn="l"/>
              </a:tabLst>
            </a:pPr>
            <a:r>
              <a:rPr sz="2000" b="1" spc="-5" dirty="0">
                <a:solidFill>
                  <a:srgbClr val="6B8791"/>
                </a:solidFill>
                <a:latin typeface="Arial"/>
                <a:cs typeface="Arial"/>
              </a:rPr>
              <a:t>Savepoint</a:t>
            </a:r>
            <a:r>
              <a:rPr sz="2000" b="1" spc="-20" dirty="0">
                <a:solidFill>
                  <a:srgbClr val="6B879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B8791"/>
                </a:solidFill>
                <a:latin typeface="Arial"/>
                <a:cs typeface="Arial"/>
              </a:rPr>
              <a:t>command</a:t>
            </a:r>
            <a:endParaRPr sz="2000" dirty="0">
              <a:latin typeface="Arial"/>
              <a:cs typeface="Arial"/>
            </a:endParaRPr>
          </a:p>
          <a:p>
            <a:pPr marL="88900" marR="391160">
              <a:lnSpc>
                <a:spcPct val="100000"/>
              </a:lnSpc>
            </a:pPr>
            <a:r>
              <a:rPr sz="2000" b="1" spc="-5" dirty="0">
                <a:highlight>
                  <a:srgbClr val="FFFF00"/>
                </a:highlight>
                <a:latin typeface="Arial"/>
                <a:cs typeface="Arial"/>
              </a:rPr>
              <a:t>savepoint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command</a:t>
            </a:r>
            <a:r>
              <a:rPr sz="2000" spc="-3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is</a:t>
            </a:r>
            <a:r>
              <a:rPr sz="2000" spc="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used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temporarily</a:t>
            </a:r>
            <a:r>
              <a:rPr sz="2000" spc="-3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save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a</a:t>
            </a:r>
            <a:r>
              <a:rPr sz="2000" spc="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transaction</a:t>
            </a:r>
            <a:r>
              <a:rPr sz="2000" spc="-3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so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that </a:t>
            </a:r>
            <a:r>
              <a:rPr sz="2000" spc="-54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you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can</a:t>
            </a:r>
            <a:r>
              <a:rPr sz="2000" spc="-3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rollback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to</a:t>
            </a:r>
            <a:r>
              <a:rPr sz="2000" spc="-2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that</a:t>
            </a:r>
            <a:r>
              <a:rPr sz="2000" spc="-2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point whenever</a:t>
            </a:r>
            <a:r>
              <a:rPr sz="2000" spc="-4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spc="-15" dirty="0">
                <a:highlight>
                  <a:srgbClr val="FFFF00"/>
                </a:highlight>
                <a:latin typeface="Arial MT"/>
                <a:cs typeface="Arial MT"/>
              </a:rPr>
              <a:t>necessary.</a:t>
            </a:r>
            <a:endParaRPr sz="2000" dirty="0">
              <a:highlight>
                <a:srgbClr val="FFFF00"/>
              </a:highlight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highlight>
                <a:srgbClr val="FFFF00"/>
              </a:highlight>
              <a:latin typeface="Arial MT"/>
              <a:cs typeface="Arial MT"/>
            </a:endParaRPr>
          </a:p>
          <a:p>
            <a:pPr marL="88900">
              <a:lnSpc>
                <a:spcPts val="2350"/>
              </a:lnSpc>
            </a:pP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Following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is</a:t>
            </a:r>
            <a:r>
              <a:rPr sz="2000" spc="-1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savepoint</a:t>
            </a:r>
            <a:r>
              <a:rPr sz="2000" spc="-3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command's</a:t>
            </a:r>
            <a:r>
              <a:rPr sz="2000" spc="-4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syntax,</a:t>
            </a:r>
          </a:p>
          <a:p>
            <a:pPr marL="88900">
              <a:lnSpc>
                <a:spcPts val="2470"/>
              </a:lnSpc>
            </a:pPr>
            <a:r>
              <a:rPr sz="2000" b="1" spc="-100" dirty="0">
                <a:highlight>
                  <a:srgbClr val="FFFF00"/>
                </a:highlight>
                <a:latin typeface="Arial"/>
                <a:cs typeface="Arial"/>
              </a:rPr>
              <a:t>s</a:t>
            </a:r>
            <a:r>
              <a:rPr sz="2000" b="1" spc="-60" dirty="0">
                <a:highlight>
                  <a:srgbClr val="FFFF00"/>
                </a:highlight>
                <a:latin typeface="Arial"/>
                <a:cs typeface="Arial"/>
              </a:rPr>
              <a:t>a</a:t>
            </a:r>
            <a:r>
              <a:rPr sz="2000" b="1" spc="-50" dirty="0">
                <a:highlight>
                  <a:srgbClr val="FFFF00"/>
                </a:highlight>
                <a:latin typeface="Arial"/>
                <a:cs typeface="Arial"/>
              </a:rPr>
              <a:t>v</a:t>
            </a:r>
            <a:r>
              <a:rPr sz="2000" b="1" spc="-75" dirty="0">
                <a:highlight>
                  <a:srgbClr val="FFFF00"/>
                </a:highlight>
                <a:latin typeface="Arial"/>
                <a:cs typeface="Arial"/>
              </a:rPr>
              <a:t>ep</a:t>
            </a:r>
            <a:r>
              <a:rPr sz="2000" b="1" spc="-85" dirty="0"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sz="2000" b="1" spc="-110" dirty="0">
                <a:highlight>
                  <a:srgbClr val="FFFF00"/>
                </a:highlight>
                <a:latin typeface="Arial"/>
                <a:cs typeface="Arial"/>
              </a:rPr>
              <a:t>i</a:t>
            </a:r>
            <a:r>
              <a:rPr sz="2000" b="1" spc="-145" dirty="0">
                <a:highlight>
                  <a:srgbClr val="FFFF00"/>
                </a:highlight>
                <a:latin typeface="Arial"/>
                <a:cs typeface="Arial"/>
              </a:rPr>
              <a:t>n</a:t>
            </a:r>
            <a:r>
              <a:rPr sz="2000" b="1" spc="-80" dirty="0">
                <a:highlight>
                  <a:srgbClr val="FFFF00"/>
                </a:highlight>
                <a:latin typeface="Arial"/>
                <a:cs typeface="Arial"/>
              </a:rPr>
              <a:t>t</a:t>
            </a:r>
            <a:r>
              <a:rPr sz="2000" b="1" spc="-4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2100" i="1" spc="-50" dirty="0">
                <a:highlight>
                  <a:srgbClr val="FFFF00"/>
                </a:highlight>
                <a:latin typeface="Arial"/>
                <a:cs typeface="Arial"/>
              </a:rPr>
              <a:t>save</a:t>
            </a:r>
            <a:r>
              <a:rPr sz="2100" i="1" spc="-55" dirty="0">
                <a:highlight>
                  <a:srgbClr val="FFFF00"/>
                </a:highlight>
                <a:latin typeface="Arial"/>
                <a:cs typeface="Arial"/>
              </a:rPr>
              <a:t>poin</a:t>
            </a:r>
            <a:r>
              <a:rPr sz="2100" i="1" spc="-25" dirty="0">
                <a:highlight>
                  <a:srgbClr val="FFFF00"/>
                </a:highlight>
                <a:latin typeface="Arial"/>
                <a:cs typeface="Arial"/>
              </a:rPr>
              <a:t>t</a:t>
            </a:r>
            <a:r>
              <a:rPr sz="2100" i="1" spc="-35" dirty="0">
                <a:highlight>
                  <a:srgbClr val="FFFF00"/>
                </a:highlight>
                <a:latin typeface="Arial"/>
                <a:cs typeface="Arial"/>
              </a:rPr>
              <a:t>-</a:t>
            </a:r>
            <a:r>
              <a:rPr sz="2100" i="1" spc="-60" dirty="0">
                <a:highlight>
                  <a:srgbClr val="FFFF00"/>
                </a:highlight>
                <a:latin typeface="Arial"/>
                <a:cs typeface="Arial"/>
              </a:rPr>
              <a:t>na</a:t>
            </a:r>
            <a:r>
              <a:rPr sz="2100" i="1" spc="-95" dirty="0">
                <a:highlight>
                  <a:srgbClr val="FFFF00"/>
                </a:highlight>
                <a:latin typeface="Arial"/>
                <a:cs typeface="Arial"/>
              </a:rPr>
              <a:t>m</a:t>
            </a:r>
            <a:r>
              <a:rPr sz="2100" i="1" spc="-55" dirty="0">
                <a:highlight>
                  <a:srgbClr val="FFFF00"/>
                </a:highlight>
                <a:latin typeface="Arial"/>
                <a:cs typeface="Arial"/>
              </a:rPr>
              <a:t>e</a:t>
            </a:r>
            <a:r>
              <a:rPr sz="2000" dirty="0">
                <a:highlight>
                  <a:srgbClr val="FFFF00"/>
                </a:highlight>
                <a:latin typeface="Arial MT"/>
                <a:cs typeface="Arial MT"/>
              </a:rPr>
              <a:t>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46250" y="679450"/>
          <a:ext cx="1981200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Abhi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aman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alex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994" y="55880"/>
            <a:ext cx="3175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class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table,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5648" y="2516123"/>
            <a:ext cx="5069205" cy="316992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294005" indent="-203200">
              <a:lnSpc>
                <a:spcPct val="100000"/>
              </a:lnSpc>
              <a:spcBef>
                <a:spcPts val="405"/>
              </a:spcBef>
              <a:buSzPct val="95000"/>
              <a:buFont typeface="Wingdings"/>
              <a:buChar char=""/>
              <a:tabLst>
                <a:tab pos="294640" algn="l"/>
              </a:tabLst>
            </a:pPr>
            <a:r>
              <a:rPr sz="2000" spc="-5" dirty="0">
                <a:latin typeface="Arial MT"/>
                <a:cs typeface="Arial MT"/>
              </a:rPr>
              <a:t>INSERT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values(5,'Rahul');</a:t>
            </a:r>
            <a:endParaRPr sz="2000">
              <a:latin typeface="Arial MT"/>
              <a:cs typeface="Arial MT"/>
            </a:endParaRPr>
          </a:p>
          <a:p>
            <a:pPr marL="294005" indent="-203200">
              <a:lnSpc>
                <a:spcPct val="100000"/>
              </a:lnSpc>
              <a:buSzPct val="95000"/>
              <a:buFont typeface="Wingdings"/>
              <a:buChar char=""/>
              <a:tabLst>
                <a:tab pos="294640" algn="l"/>
              </a:tabLst>
            </a:pPr>
            <a:r>
              <a:rPr sz="2000" dirty="0">
                <a:latin typeface="Arial MT"/>
                <a:cs typeface="Arial MT"/>
              </a:rPr>
              <a:t>commit;</a:t>
            </a:r>
            <a:endParaRPr sz="2000">
              <a:latin typeface="Arial MT"/>
              <a:cs typeface="Arial MT"/>
            </a:endParaRPr>
          </a:p>
          <a:p>
            <a:pPr marL="91440" marR="229235">
              <a:lnSpc>
                <a:spcPct val="100000"/>
              </a:lnSpc>
              <a:buSzPct val="95000"/>
              <a:buFont typeface="Wingdings"/>
              <a:buChar char=""/>
              <a:tabLst>
                <a:tab pos="363220" algn="l"/>
              </a:tabLst>
            </a:pPr>
            <a:r>
              <a:rPr sz="2000" spc="-5" dirty="0">
                <a:latin typeface="Arial MT"/>
                <a:cs typeface="Arial MT"/>
              </a:rPr>
              <a:t>UPDATE </a:t>
            </a:r>
            <a:r>
              <a:rPr sz="2000" dirty="0">
                <a:latin typeface="Arial MT"/>
                <a:cs typeface="Arial MT"/>
              </a:rPr>
              <a:t>class set </a:t>
            </a:r>
            <a:r>
              <a:rPr sz="2000" spc="-5" dirty="0">
                <a:latin typeface="Arial MT"/>
                <a:cs typeface="Arial MT"/>
              </a:rPr>
              <a:t>name='abhijit' </a:t>
            </a:r>
            <a:r>
              <a:rPr sz="2000" dirty="0">
                <a:latin typeface="Arial MT"/>
                <a:cs typeface="Arial MT"/>
              </a:rPr>
              <a:t>where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id='5';</a:t>
            </a:r>
            <a:endParaRPr sz="2000">
              <a:latin typeface="Arial MT"/>
              <a:cs typeface="Arial MT"/>
            </a:endParaRPr>
          </a:p>
          <a:p>
            <a:pPr marL="294640" indent="-203835">
              <a:lnSpc>
                <a:spcPct val="100000"/>
              </a:lnSpc>
              <a:buSzPct val="95000"/>
              <a:buFont typeface="Wingdings"/>
              <a:buChar char=""/>
              <a:tabLst>
                <a:tab pos="295275" algn="l"/>
              </a:tabLst>
            </a:pPr>
            <a:r>
              <a:rPr sz="2000" dirty="0">
                <a:latin typeface="Arial MT"/>
                <a:cs typeface="Arial MT"/>
              </a:rPr>
              <a:t>savepoint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b="1" spc="-50" dirty="0">
                <a:latin typeface="Arial"/>
                <a:cs typeface="Arial"/>
              </a:rPr>
              <a:t>A</a:t>
            </a:r>
            <a:r>
              <a:rPr sz="2000" spc="-50" dirty="0">
                <a:latin typeface="Arial MT"/>
                <a:cs typeface="Arial MT"/>
              </a:rPr>
              <a:t>;</a:t>
            </a:r>
            <a:endParaRPr sz="2000">
              <a:latin typeface="Arial MT"/>
              <a:cs typeface="Arial MT"/>
            </a:endParaRPr>
          </a:p>
          <a:p>
            <a:pPr marL="294005" indent="-203200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294640" algn="l"/>
              </a:tabLst>
            </a:pPr>
            <a:r>
              <a:rPr sz="2000" spc="-5" dirty="0">
                <a:latin typeface="Arial MT"/>
                <a:cs typeface="Arial MT"/>
              </a:rPr>
              <a:t>INSERT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values(6,‘charls);</a:t>
            </a:r>
            <a:endParaRPr sz="2000">
              <a:latin typeface="Arial MT"/>
              <a:cs typeface="Arial MT"/>
            </a:endParaRPr>
          </a:p>
          <a:p>
            <a:pPr marL="294005" indent="-203200">
              <a:lnSpc>
                <a:spcPct val="100000"/>
              </a:lnSpc>
              <a:buSzPct val="95000"/>
              <a:buFont typeface="Wingdings"/>
              <a:buChar char=""/>
              <a:tabLst>
                <a:tab pos="294640" algn="l"/>
              </a:tabLst>
            </a:pPr>
            <a:r>
              <a:rPr sz="2000" dirty="0">
                <a:latin typeface="Arial MT"/>
                <a:cs typeface="Arial MT"/>
              </a:rPr>
              <a:t>savepoint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b="1" spc="-55" dirty="0">
                <a:latin typeface="Arial"/>
                <a:cs typeface="Arial"/>
              </a:rPr>
              <a:t>B</a:t>
            </a:r>
            <a:r>
              <a:rPr sz="2000" spc="-55" dirty="0">
                <a:latin typeface="Arial MT"/>
                <a:cs typeface="Arial MT"/>
              </a:rPr>
              <a:t>;</a:t>
            </a:r>
            <a:endParaRPr sz="2000">
              <a:latin typeface="Arial MT"/>
              <a:cs typeface="Arial MT"/>
            </a:endParaRPr>
          </a:p>
          <a:p>
            <a:pPr marL="362585" indent="-271780">
              <a:lnSpc>
                <a:spcPct val="100000"/>
              </a:lnSpc>
              <a:buSzPct val="95000"/>
              <a:buFont typeface="Wingdings"/>
              <a:buChar char=""/>
              <a:tabLst>
                <a:tab pos="363220" algn="l"/>
              </a:tabLst>
            </a:pPr>
            <a:r>
              <a:rPr sz="2000" spc="-5" dirty="0">
                <a:latin typeface="Arial MT"/>
                <a:cs typeface="Arial MT"/>
              </a:rPr>
              <a:t>INSERT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values(7,'Bravo');</a:t>
            </a:r>
            <a:endParaRPr sz="2000">
              <a:latin typeface="Arial MT"/>
              <a:cs typeface="Arial MT"/>
            </a:endParaRPr>
          </a:p>
          <a:p>
            <a:pPr marL="294005" indent="-203200">
              <a:lnSpc>
                <a:spcPct val="100000"/>
              </a:lnSpc>
              <a:buSzPct val="95000"/>
              <a:buFont typeface="Wingdings"/>
              <a:buChar char=""/>
              <a:tabLst>
                <a:tab pos="294640" algn="l"/>
              </a:tabLst>
            </a:pPr>
            <a:r>
              <a:rPr sz="2000" dirty="0">
                <a:latin typeface="Arial MT"/>
                <a:cs typeface="Arial MT"/>
              </a:rPr>
              <a:t>savepoint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b="1" spc="5" dirty="0">
                <a:latin typeface="Arial"/>
                <a:cs typeface="Arial"/>
              </a:rPr>
              <a:t>C</a:t>
            </a:r>
            <a:r>
              <a:rPr sz="2000" spc="5" dirty="0">
                <a:latin typeface="Arial MT"/>
                <a:cs typeface="Arial MT"/>
              </a:rPr>
              <a:t>;</a:t>
            </a:r>
            <a:endParaRPr sz="2000">
              <a:latin typeface="Arial MT"/>
              <a:cs typeface="Arial MT"/>
            </a:endParaRPr>
          </a:p>
          <a:p>
            <a:pPr marL="362585" indent="-271780">
              <a:lnSpc>
                <a:spcPct val="100000"/>
              </a:lnSpc>
              <a:buSzPct val="95000"/>
              <a:buFont typeface="Wingdings"/>
              <a:buChar char=""/>
              <a:tabLst>
                <a:tab pos="363220" algn="l"/>
              </a:tabLst>
            </a:pPr>
            <a:r>
              <a:rPr sz="2000" spc="-5" dirty="0">
                <a:latin typeface="Arial MT"/>
                <a:cs typeface="Arial MT"/>
              </a:rPr>
              <a:t>SELECT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*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class;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37450" y="527050"/>
          <a:ext cx="2057400" cy="2773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abhi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aman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alex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1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abhijit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charls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bravo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318629" y="29082"/>
            <a:ext cx="324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resultant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table</a:t>
            </a:r>
            <a:r>
              <a:rPr sz="1800" spc="-15" dirty="0">
                <a:latin typeface="Arial MT"/>
                <a:cs typeface="Arial MT"/>
              </a:rPr>
              <a:t> will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look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like,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8781" y="3531870"/>
            <a:ext cx="282511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rollback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B;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SELECT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*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class;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89850" y="4337050"/>
          <a:ext cx="1981200" cy="2378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abhi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aman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7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alex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5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abhijit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charls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6470</TotalTime>
  <Words>3167</Words>
  <Application>Microsoft Office PowerPoint</Application>
  <PresentationFormat>Widescreen</PresentationFormat>
  <Paragraphs>579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MT</vt:lpstr>
      <vt:lpstr>Calibri</vt:lpstr>
      <vt:lpstr>Calibri Light</vt:lpstr>
      <vt:lpstr>Courier New</vt:lpstr>
      <vt:lpstr>Times New Roman</vt:lpstr>
      <vt:lpstr>Trebuchet MS</vt:lpstr>
      <vt:lpstr>Wingdings</vt:lpstr>
      <vt:lpstr>Wingdings 3</vt:lpstr>
      <vt:lpstr>Facet</vt:lpstr>
      <vt:lpstr>UNIT II  INTRODUCTION TO SQL &amp; PL/SQL</vt:lpstr>
      <vt:lpstr>SQL JOIN</vt:lpstr>
      <vt:lpstr>Joins in SQL</vt:lpstr>
      <vt:lpstr>Types of Joins</vt:lpstr>
      <vt:lpstr>Types of Joins</vt:lpstr>
      <vt:lpstr>Outer Joins</vt:lpstr>
      <vt:lpstr>Outer Joins</vt:lpstr>
      <vt:lpstr>Outer Joins</vt:lpstr>
      <vt:lpstr>Determining Left and Right</vt:lpstr>
      <vt:lpstr>Left Join</vt:lpstr>
      <vt:lpstr>PowerPoint Presentation</vt:lpstr>
      <vt:lpstr>Right Join</vt:lpstr>
      <vt:lpstr>PowerPoint Presentation</vt:lpstr>
      <vt:lpstr>Full Join</vt:lpstr>
      <vt:lpstr>select * from table_1 left join table_2 on table_1.ID = table_2.ID  union</vt:lpstr>
      <vt:lpstr>PowerPoint Presentation</vt:lpstr>
      <vt:lpstr>BETWEEN Operator</vt:lpstr>
      <vt:lpstr> ANY and ALL Operators</vt:lpstr>
      <vt:lpstr>PowerPoint Presentation</vt:lpstr>
      <vt:lpstr>ALL Syntax</vt:lpstr>
      <vt:lpstr>ANY Syntax</vt:lpstr>
      <vt:lpstr>DCL: Data control language Creating Users</vt:lpstr>
      <vt:lpstr>Cont…</vt:lpstr>
      <vt:lpstr>User System Privileges</vt:lpstr>
      <vt:lpstr>Creating and Granting Privileges  to a Role</vt:lpstr>
      <vt:lpstr>PowerPoint Presentation</vt:lpstr>
      <vt:lpstr>Object Privileges</vt:lpstr>
      <vt:lpstr>How to Revoke Object Privileges</vt:lpstr>
      <vt:lpstr>Revoking Object Privileges</vt:lpstr>
      <vt:lpstr>TCL: Transaction control  Language:</vt:lpstr>
      <vt:lpstr>PowerPoint Presentation</vt:lpstr>
      <vt:lpstr>Commit command is used to permanently save any transaction into database.</vt:lpstr>
      <vt:lpstr>Following is the class table,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ii: Introduction to SQL</dc:title>
  <dc:creator>Abhishek Bhise</dc:creator>
  <cp:lastModifiedBy>Nishant Ninawe</cp:lastModifiedBy>
  <cp:revision>68</cp:revision>
  <dcterms:created xsi:type="dcterms:W3CDTF">2022-07-01T05:23:56Z</dcterms:created>
  <dcterms:modified xsi:type="dcterms:W3CDTF">2025-11-21T20:57:10Z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2022-07-01T00:00:00Z</vt:filetime>
  </property>
</Properties>
</file>